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D2F207-9521-4C9D-BB80-621A2801AFAD}" v="21" dt="2024-11-10T04:26:10.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4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hav Sharma" userId="bc4fa2831086fc9d" providerId="LiveId" clId="{26D2F207-9521-4C9D-BB80-621A2801AFAD}"/>
    <pc:docChg chg="undo custSel addSld modSld sldOrd">
      <pc:chgData name="Keshav Sharma" userId="bc4fa2831086fc9d" providerId="LiveId" clId="{26D2F207-9521-4C9D-BB80-621A2801AFAD}" dt="2024-11-10T04:26:14.803" v="423" actId="113"/>
      <pc:docMkLst>
        <pc:docMk/>
      </pc:docMkLst>
      <pc:sldChg chg="modSp mod">
        <pc:chgData name="Keshav Sharma" userId="bc4fa2831086fc9d" providerId="LiveId" clId="{26D2F207-9521-4C9D-BB80-621A2801AFAD}" dt="2024-11-10T04:18:46.548" v="331" actId="1076"/>
        <pc:sldMkLst>
          <pc:docMk/>
          <pc:sldMk cId="3205672254" sldId="256"/>
        </pc:sldMkLst>
        <pc:spChg chg="mod">
          <ac:chgData name="Keshav Sharma" userId="bc4fa2831086fc9d" providerId="LiveId" clId="{26D2F207-9521-4C9D-BB80-621A2801AFAD}" dt="2024-11-10T04:18:35.945" v="329" actId="20577"/>
          <ac:spMkLst>
            <pc:docMk/>
            <pc:sldMk cId="3205672254" sldId="256"/>
            <ac:spMk id="3" creationId="{013E221F-3AA7-407B-8389-3F7E29F939F1}"/>
          </ac:spMkLst>
        </pc:spChg>
        <pc:picChg chg="mod">
          <ac:chgData name="Keshav Sharma" userId="bc4fa2831086fc9d" providerId="LiveId" clId="{26D2F207-9521-4C9D-BB80-621A2801AFAD}" dt="2024-11-10T04:18:46.548" v="331" actId="1076"/>
          <ac:picMkLst>
            <pc:docMk/>
            <pc:sldMk cId="3205672254" sldId="256"/>
            <ac:picMk id="4" creationId="{92A643C0-9284-D405-B21D-B903026909FC}"/>
          </ac:picMkLst>
        </pc:picChg>
      </pc:sldChg>
      <pc:sldChg chg="modSp mod">
        <pc:chgData name="Keshav Sharma" userId="bc4fa2831086fc9d" providerId="LiveId" clId="{26D2F207-9521-4C9D-BB80-621A2801AFAD}" dt="2024-11-10T04:19:09.595" v="334" actId="20577"/>
        <pc:sldMkLst>
          <pc:docMk/>
          <pc:sldMk cId="3753560606" sldId="258"/>
        </pc:sldMkLst>
        <pc:spChg chg="mod">
          <ac:chgData name="Keshav Sharma" userId="bc4fa2831086fc9d" providerId="LiveId" clId="{26D2F207-9521-4C9D-BB80-621A2801AFAD}" dt="2024-11-10T04:19:09.595" v="334" actId="20577"/>
          <ac:spMkLst>
            <pc:docMk/>
            <pc:sldMk cId="3753560606" sldId="258"/>
            <ac:spMk id="3" creationId="{3E14B213-FF3F-949B-AAE1-C5896AFD6E67}"/>
          </ac:spMkLst>
        </pc:spChg>
      </pc:sldChg>
      <pc:sldChg chg="addSp delSp modSp mod">
        <pc:chgData name="Keshav Sharma" userId="bc4fa2831086fc9d" providerId="LiveId" clId="{26D2F207-9521-4C9D-BB80-621A2801AFAD}" dt="2024-11-10T03:51:14.991" v="34" actId="14100"/>
        <pc:sldMkLst>
          <pc:docMk/>
          <pc:sldMk cId="653640347" sldId="263"/>
        </pc:sldMkLst>
        <pc:spChg chg="mod">
          <ac:chgData name="Keshav Sharma" userId="bc4fa2831086fc9d" providerId="LiveId" clId="{26D2F207-9521-4C9D-BB80-621A2801AFAD}" dt="2024-11-10T03:50:09.207" v="21" actId="20577"/>
          <ac:spMkLst>
            <pc:docMk/>
            <pc:sldMk cId="653640347" sldId="263"/>
            <ac:spMk id="2" creationId="{A5CB6717-27DC-A052-363D-26676098C7BC}"/>
          </ac:spMkLst>
        </pc:spChg>
        <pc:spChg chg="mod">
          <ac:chgData name="Keshav Sharma" userId="bc4fa2831086fc9d" providerId="LiveId" clId="{26D2F207-9521-4C9D-BB80-621A2801AFAD}" dt="2024-11-10T03:50:24.412" v="24" actId="113"/>
          <ac:spMkLst>
            <pc:docMk/>
            <pc:sldMk cId="653640347" sldId="263"/>
            <ac:spMk id="4" creationId="{FF4028CF-C853-E196-B8B0-9CC995596928}"/>
          </ac:spMkLst>
        </pc:spChg>
        <pc:spChg chg="add del mod">
          <ac:chgData name="Keshav Sharma" userId="bc4fa2831086fc9d" providerId="LiveId" clId="{26D2F207-9521-4C9D-BB80-621A2801AFAD}" dt="2024-11-10T03:51:00.100" v="31"/>
          <ac:spMkLst>
            <pc:docMk/>
            <pc:sldMk cId="653640347" sldId="263"/>
            <ac:spMk id="9" creationId="{2EAA766D-E7F0-35C9-F28C-AA5B14704CC6}"/>
          </ac:spMkLst>
        </pc:spChg>
        <pc:picChg chg="del">
          <ac:chgData name="Keshav Sharma" userId="bc4fa2831086fc9d" providerId="LiveId" clId="{26D2F207-9521-4C9D-BB80-621A2801AFAD}" dt="2024-11-10T03:50:37.696" v="26" actId="478"/>
          <ac:picMkLst>
            <pc:docMk/>
            <pc:sldMk cId="653640347" sldId="263"/>
            <ac:picMk id="3" creationId="{F16CF68D-D1A9-433D-B23E-F0CFD2DB1C94}"/>
          </ac:picMkLst>
        </pc:picChg>
        <pc:picChg chg="add mod">
          <ac:chgData name="Keshav Sharma" userId="bc4fa2831086fc9d" providerId="LiveId" clId="{26D2F207-9521-4C9D-BB80-621A2801AFAD}" dt="2024-11-10T03:50:32.829" v="25"/>
          <ac:picMkLst>
            <pc:docMk/>
            <pc:sldMk cId="653640347" sldId="263"/>
            <ac:picMk id="5" creationId="{1BF45D3C-77CC-625C-20D5-F2183DABF769}"/>
          </ac:picMkLst>
        </pc:picChg>
        <pc:picChg chg="add mod">
          <ac:chgData name="Keshav Sharma" userId="bc4fa2831086fc9d" providerId="LiveId" clId="{26D2F207-9521-4C9D-BB80-621A2801AFAD}" dt="2024-11-10T03:50:49.104" v="29" actId="14100"/>
          <ac:picMkLst>
            <pc:docMk/>
            <pc:sldMk cId="653640347" sldId="263"/>
            <ac:picMk id="6" creationId="{E6665CB9-FC75-766A-8A68-C63E6591FB13}"/>
          </ac:picMkLst>
        </pc:picChg>
        <pc:picChg chg="del">
          <ac:chgData name="Keshav Sharma" userId="bc4fa2831086fc9d" providerId="LiveId" clId="{26D2F207-9521-4C9D-BB80-621A2801AFAD}" dt="2024-11-10T03:50:57.696" v="30" actId="478"/>
          <ac:picMkLst>
            <pc:docMk/>
            <pc:sldMk cId="653640347" sldId="263"/>
            <ac:picMk id="8" creationId="{2FF4DD06-3908-750B-B57E-9C91249768D1}"/>
          </ac:picMkLst>
        </pc:picChg>
        <pc:picChg chg="add mod">
          <ac:chgData name="Keshav Sharma" userId="bc4fa2831086fc9d" providerId="LiveId" clId="{26D2F207-9521-4C9D-BB80-621A2801AFAD}" dt="2024-11-10T03:51:14.991" v="34" actId="14100"/>
          <ac:picMkLst>
            <pc:docMk/>
            <pc:sldMk cId="653640347" sldId="263"/>
            <ac:picMk id="10" creationId="{2460E1D7-5682-7721-611E-06C7731BA773}"/>
          </ac:picMkLst>
        </pc:picChg>
      </pc:sldChg>
      <pc:sldChg chg="addSp delSp modSp add mod">
        <pc:chgData name="Keshav Sharma" userId="bc4fa2831086fc9d" providerId="LiveId" clId="{26D2F207-9521-4C9D-BB80-621A2801AFAD}" dt="2024-11-10T03:53:18.765" v="53" actId="1076"/>
        <pc:sldMkLst>
          <pc:docMk/>
          <pc:sldMk cId="130500621" sldId="264"/>
        </pc:sldMkLst>
        <pc:spChg chg="mod">
          <ac:chgData name="Keshav Sharma" userId="bc4fa2831086fc9d" providerId="LiveId" clId="{26D2F207-9521-4C9D-BB80-621A2801AFAD}" dt="2024-11-10T03:52:31.781" v="45" actId="20577"/>
          <ac:spMkLst>
            <pc:docMk/>
            <pc:sldMk cId="130500621" sldId="264"/>
            <ac:spMk id="2" creationId="{DCBE707F-3542-4BF9-FEBB-D218D1C71968}"/>
          </ac:spMkLst>
        </pc:spChg>
        <pc:spChg chg="mod">
          <ac:chgData name="Keshav Sharma" userId="bc4fa2831086fc9d" providerId="LiveId" clId="{26D2F207-9521-4C9D-BB80-621A2801AFAD}" dt="2024-11-10T03:52:46.736" v="46"/>
          <ac:spMkLst>
            <pc:docMk/>
            <pc:sldMk cId="130500621" sldId="264"/>
            <ac:spMk id="4" creationId="{A6222241-B488-80BA-E0AE-E3A8A7B10C02}"/>
          </ac:spMkLst>
        </pc:spChg>
        <pc:spChg chg="add del mod">
          <ac:chgData name="Keshav Sharma" userId="bc4fa2831086fc9d" providerId="LiveId" clId="{26D2F207-9521-4C9D-BB80-621A2801AFAD}" dt="2024-11-10T03:53:08.555" v="51"/>
          <ac:spMkLst>
            <pc:docMk/>
            <pc:sldMk cId="130500621" sldId="264"/>
            <ac:spMk id="7" creationId="{E353402B-E82F-C67A-0D29-3044872844D0}"/>
          </ac:spMkLst>
        </pc:spChg>
        <pc:picChg chg="add mod">
          <ac:chgData name="Keshav Sharma" userId="bc4fa2831086fc9d" providerId="LiveId" clId="{26D2F207-9521-4C9D-BB80-621A2801AFAD}" dt="2024-11-10T03:53:00.314" v="49" actId="1076"/>
          <ac:picMkLst>
            <pc:docMk/>
            <pc:sldMk cId="130500621" sldId="264"/>
            <ac:picMk id="3" creationId="{D3FD3E2C-1DAC-2A24-E615-17467656C6CD}"/>
          </ac:picMkLst>
        </pc:picChg>
        <pc:picChg chg="del">
          <ac:chgData name="Keshav Sharma" userId="bc4fa2831086fc9d" providerId="LiveId" clId="{26D2F207-9521-4C9D-BB80-621A2801AFAD}" dt="2024-11-10T03:52:51.458" v="47" actId="478"/>
          <ac:picMkLst>
            <pc:docMk/>
            <pc:sldMk cId="130500621" sldId="264"/>
            <ac:picMk id="6" creationId="{C72DCBA3-FCAF-F9F7-A113-45F49496E451}"/>
          </ac:picMkLst>
        </pc:picChg>
        <pc:picChg chg="add mod">
          <ac:chgData name="Keshav Sharma" userId="bc4fa2831086fc9d" providerId="LiveId" clId="{26D2F207-9521-4C9D-BB80-621A2801AFAD}" dt="2024-11-10T03:53:18.765" v="53" actId="1076"/>
          <ac:picMkLst>
            <pc:docMk/>
            <pc:sldMk cId="130500621" sldId="264"/>
            <ac:picMk id="8" creationId="{BCDCC70A-19A4-885D-6DB9-BD272A8963BA}"/>
          </ac:picMkLst>
        </pc:picChg>
        <pc:picChg chg="del">
          <ac:chgData name="Keshav Sharma" userId="bc4fa2831086fc9d" providerId="LiveId" clId="{26D2F207-9521-4C9D-BB80-621A2801AFAD}" dt="2024-11-10T03:53:02.703" v="50" actId="478"/>
          <ac:picMkLst>
            <pc:docMk/>
            <pc:sldMk cId="130500621" sldId="264"/>
            <ac:picMk id="10" creationId="{13DA9F3C-32D1-B2F7-CE4E-2102A6E8D498}"/>
          </ac:picMkLst>
        </pc:picChg>
      </pc:sldChg>
      <pc:sldChg chg="addSp delSp modSp add mod">
        <pc:chgData name="Keshav Sharma" userId="bc4fa2831086fc9d" providerId="LiveId" clId="{26D2F207-9521-4C9D-BB80-621A2801AFAD}" dt="2024-11-10T04:16:43.567" v="317" actId="20577"/>
        <pc:sldMkLst>
          <pc:docMk/>
          <pc:sldMk cId="404512977" sldId="265"/>
        </pc:sldMkLst>
        <pc:spChg chg="mod">
          <ac:chgData name="Keshav Sharma" userId="bc4fa2831086fc9d" providerId="LiveId" clId="{26D2F207-9521-4C9D-BB80-621A2801AFAD}" dt="2024-11-10T03:54:07.461" v="68" actId="20577"/>
          <ac:spMkLst>
            <pc:docMk/>
            <pc:sldMk cId="404512977" sldId="265"/>
            <ac:spMk id="2" creationId="{58CB6538-4F3F-1BE2-77A6-40C1AF59F4E7}"/>
          </ac:spMkLst>
        </pc:spChg>
        <pc:spChg chg="mod">
          <ac:chgData name="Keshav Sharma" userId="bc4fa2831086fc9d" providerId="LiveId" clId="{26D2F207-9521-4C9D-BB80-621A2801AFAD}" dt="2024-11-10T04:16:43.567" v="317" actId="20577"/>
          <ac:spMkLst>
            <pc:docMk/>
            <pc:sldMk cId="404512977" sldId="265"/>
            <ac:spMk id="4" creationId="{1C999869-0CAB-71B8-1DE1-88BDC6FC9B7C}"/>
          </ac:spMkLst>
        </pc:spChg>
        <pc:spChg chg="add del mod">
          <ac:chgData name="Keshav Sharma" userId="bc4fa2831086fc9d" providerId="LiveId" clId="{26D2F207-9521-4C9D-BB80-621A2801AFAD}" dt="2024-11-10T03:54:49.886" v="76"/>
          <ac:spMkLst>
            <pc:docMk/>
            <pc:sldMk cId="404512977" sldId="265"/>
            <ac:spMk id="8" creationId="{5CCE873E-3926-1108-610F-7A8E81CDB80B}"/>
          </ac:spMkLst>
        </pc:spChg>
        <pc:picChg chg="add mod">
          <ac:chgData name="Keshav Sharma" userId="bc4fa2831086fc9d" providerId="LiveId" clId="{26D2F207-9521-4C9D-BB80-621A2801AFAD}" dt="2024-11-10T03:54:33.589" v="71"/>
          <ac:picMkLst>
            <pc:docMk/>
            <pc:sldMk cId="404512977" sldId="265"/>
            <ac:picMk id="3" creationId="{9260643E-8E0B-EC5C-FC02-1890AADFAA11}"/>
          </ac:picMkLst>
        </pc:picChg>
        <pc:picChg chg="add mod">
          <ac:chgData name="Keshav Sharma" userId="bc4fa2831086fc9d" providerId="LiveId" clId="{26D2F207-9521-4C9D-BB80-621A2801AFAD}" dt="2024-11-10T03:54:41.784" v="74" actId="1076"/>
          <ac:picMkLst>
            <pc:docMk/>
            <pc:sldMk cId="404512977" sldId="265"/>
            <ac:picMk id="5" creationId="{86B59804-E263-89BF-A3AD-980E2049BA06}"/>
          </ac:picMkLst>
        </pc:picChg>
        <pc:picChg chg="del">
          <ac:chgData name="Keshav Sharma" userId="bc4fa2831086fc9d" providerId="LiveId" clId="{26D2F207-9521-4C9D-BB80-621A2801AFAD}" dt="2024-11-10T03:54:36.354" v="72" actId="478"/>
          <ac:picMkLst>
            <pc:docMk/>
            <pc:sldMk cId="404512977" sldId="265"/>
            <ac:picMk id="6" creationId="{4A84EEBB-EE09-70A9-F2C0-8981643CC29E}"/>
          </ac:picMkLst>
        </pc:picChg>
        <pc:picChg chg="add mod">
          <ac:chgData name="Keshav Sharma" userId="bc4fa2831086fc9d" providerId="LiveId" clId="{26D2F207-9521-4C9D-BB80-621A2801AFAD}" dt="2024-11-10T03:55:00.348" v="78" actId="1076"/>
          <ac:picMkLst>
            <pc:docMk/>
            <pc:sldMk cId="404512977" sldId="265"/>
            <ac:picMk id="9" creationId="{1D645071-6026-F0E1-5F26-E6C2A90AE3D1}"/>
          </ac:picMkLst>
        </pc:picChg>
        <pc:picChg chg="del">
          <ac:chgData name="Keshav Sharma" userId="bc4fa2831086fc9d" providerId="LiveId" clId="{26D2F207-9521-4C9D-BB80-621A2801AFAD}" dt="2024-11-10T03:54:45.126" v="75" actId="478"/>
          <ac:picMkLst>
            <pc:docMk/>
            <pc:sldMk cId="404512977" sldId="265"/>
            <ac:picMk id="10" creationId="{2E10E10A-524E-DBA6-6248-83D11600A0A6}"/>
          </ac:picMkLst>
        </pc:picChg>
      </pc:sldChg>
      <pc:sldChg chg="addSp delSp modSp add mod ord">
        <pc:chgData name="Keshav Sharma" userId="bc4fa2831086fc9d" providerId="LiveId" clId="{26D2F207-9521-4C9D-BB80-621A2801AFAD}" dt="2024-11-10T03:56:55.499" v="109" actId="14100"/>
        <pc:sldMkLst>
          <pc:docMk/>
          <pc:sldMk cId="2808429491" sldId="266"/>
        </pc:sldMkLst>
        <pc:spChg chg="mod">
          <ac:chgData name="Keshav Sharma" userId="bc4fa2831086fc9d" providerId="LiveId" clId="{26D2F207-9521-4C9D-BB80-621A2801AFAD}" dt="2024-11-10T03:56:07.864" v="99" actId="20577"/>
          <ac:spMkLst>
            <pc:docMk/>
            <pc:sldMk cId="2808429491" sldId="266"/>
            <ac:spMk id="2" creationId="{159FD8BC-E202-ACD6-774D-C6C2137103F4}"/>
          </ac:spMkLst>
        </pc:spChg>
        <pc:spChg chg="mod">
          <ac:chgData name="Keshav Sharma" userId="bc4fa2831086fc9d" providerId="LiveId" clId="{26D2F207-9521-4C9D-BB80-621A2801AFAD}" dt="2024-11-10T03:56:22.423" v="102" actId="113"/>
          <ac:spMkLst>
            <pc:docMk/>
            <pc:sldMk cId="2808429491" sldId="266"/>
            <ac:spMk id="4" creationId="{74F2B103-410A-CAE6-03AC-388C6DEC0F41}"/>
          </ac:spMkLst>
        </pc:spChg>
        <pc:spChg chg="add del mod">
          <ac:chgData name="Keshav Sharma" userId="bc4fa2831086fc9d" providerId="LiveId" clId="{26D2F207-9521-4C9D-BB80-621A2801AFAD}" dt="2024-11-10T03:56:30.196" v="104"/>
          <ac:spMkLst>
            <pc:docMk/>
            <pc:sldMk cId="2808429491" sldId="266"/>
            <ac:spMk id="6" creationId="{22B5BC81-74FF-B21D-9ADC-3DA820597357}"/>
          </ac:spMkLst>
        </pc:spChg>
        <pc:picChg chg="del">
          <ac:chgData name="Keshav Sharma" userId="bc4fa2831086fc9d" providerId="LiveId" clId="{26D2F207-9521-4C9D-BB80-621A2801AFAD}" dt="2024-11-10T03:56:26.520" v="103" actId="478"/>
          <ac:picMkLst>
            <pc:docMk/>
            <pc:sldMk cId="2808429491" sldId="266"/>
            <ac:picMk id="5" creationId="{3226AC6C-5738-7124-D1DA-538A67A84FB3}"/>
          </ac:picMkLst>
        </pc:picChg>
        <pc:picChg chg="add mod">
          <ac:chgData name="Keshav Sharma" userId="bc4fa2831086fc9d" providerId="LiveId" clId="{26D2F207-9521-4C9D-BB80-621A2801AFAD}" dt="2024-11-10T03:56:55.499" v="109" actId="14100"/>
          <ac:picMkLst>
            <pc:docMk/>
            <pc:sldMk cId="2808429491" sldId="266"/>
            <ac:picMk id="7" creationId="{5F6910B5-96EA-E7A0-1970-4288F25C30A0}"/>
          </ac:picMkLst>
        </pc:picChg>
      </pc:sldChg>
      <pc:sldChg chg="addSp delSp modSp add mod ord">
        <pc:chgData name="Keshav Sharma" userId="bc4fa2831086fc9d" providerId="LiveId" clId="{26D2F207-9521-4C9D-BB80-621A2801AFAD}" dt="2024-11-10T04:14:39.167" v="289" actId="20577"/>
        <pc:sldMkLst>
          <pc:docMk/>
          <pc:sldMk cId="3006326263" sldId="267"/>
        </pc:sldMkLst>
        <pc:spChg chg="mod">
          <ac:chgData name="Keshav Sharma" userId="bc4fa2831086fc9d" providerId="LiveId" clId="{26D2F207-9521-4C9D-BB80-621A2801AFAD}" dt="2024-11-10T04:12:11.015" v="134" actId="27636"/>
          <ac:spMkLst>
            <pc:docMk/>
            <pc:sldMk cId="3006326263" sldId="267"/>
            <ac:spMk id="2" creationId="{2EB2DA27-D9FD-EBB9-913B-DE4B0F22D238}"/>
          </ac:spMkLst>
        </pc:spChg>
        <pc:spChg chg="mod">
          <ac:chgData name="Keshav Sharma" userId="bc4fa2831086fc9d" providerId="LiveId" clId="{26D2F207-9521-4C9D-BB80-621A2801AFAD}" dt="2024-11-10T04:14:39.167" v="289" actId="20577"/>
          <ac:spMkLst>
            <pc:docMk/>
            <pc:sldMk cId="3006326263" sldId="267"/>
            <ac:spMk id="4" creationId="{78A5D314-F861-3C66-B429-F22E8D0622BD}"/>
          </ac:spMkLst>
        </pc:spChg>
        <pc:spChg chg="add del mod">
          <ac:chgData name="Keshav Sharma" userId="bc4fa2831086fc9d" providerId="LiveId" clId="{26D2F207-9521-4C9D-BB80-621A2801AFAD}" dt="2024-11-10T04:13:26.889" v="142"/>
          <ac:spMkLst>
            <pc:docMk/>
            <pc:sldMk cId="3006326263" sldId="267"/>
            <ac:spMk id="7" creationId="{7EAB023A-4F2F-34C3-D0FE-B8776D7F0022}"/>
          </ac:spMkLst>
        </pc:spChg>
        <pc:picChg chg="del">
          <ac:chgData name="Keshav Sharma" userId="bc4fa2831086fc9d" providerId="LiveId" clId="{26D2F207-9521-4C9D-BB80-621A2801AFAD}" dt="2024-11-10T04:13:11.306" v="138" actId="478"/>
          <ac:picMkLst>
            <pc:docMk/>
            <pc:sldMk cId="3006326263" sldId="267"/>
            <ac:picMk id="3" creationId="{D31BC5BC-728B-9F7E-3C55-4BF473315D54}"/>
          </ac:picMkLst>
        </pc:picChg>
        <pc:picChg chg="add mod">
          <ac:chgData name="Keshav Sharma" userId="bc4fa2831086fc9d" providerId="LiveId" clId="{26D2F207-9521-4C9D-BB80-621A2801AFAD}" dt="2024-11-10T04:13:19.604" v="140" actId="1076"/>
          <ac:picMkLst>
            <pc:docMk/>
            <pc:sldMk cId="3006326263" sldId="267"/>
            <ac:picMk id="5" creationId="{EEDD47D1-AC84-9310-A6B7-055F5BDEF4EA}"/>
          </ac:picMkLst>
        </pc:picChg>
        <pc:picChg chg="del">
          <ac:chgData name="Keshav Sharma" userId="bc4fa2831086fc9d" providerId="LiveId" clId="{26D2F207-9521-4C9D-BB80-621A2801AFAD}" dt="2024-11-10T04:13:22.375" v="141" actId="478"/>
          <ac:picMkLst>
            <pc:docMk/>
            <pc:sldMk cId="3006326263" sldId="267"/>
            <ac:picMk id="8" creationId="{07096C20-468A-619A-1D49-0AED4B02FF98}"/>
          </ac:picMkLst>
        </pc:picChg>
        <pc:picChg chg="add mod">
          <ac:chgData name="Keshav Sharma" userId="bc4fa2831086fc9d" providerId="LiveId" clId="{26D2F207-9521-4C9D-BB80-621A2801AFAD}" dt="2024-11-10T04:13:37.954" v="144" actId="1076"/>
          <ac:picMkLst>
            <pc:docMk/>
            <pc:sldMk cId="3006326263" sldId="267"/>
            <ac:picMk id="9" creationId="{5B5E4A6F-91BE-E40E-06B6-F24C13D91B3F}"/>
          </ac:picMkLst>
        </pc:picChg>
      </pc:sldChg>
      <pc:sldChg chg="addSp delSp modSp add mod ord">
        <pc:chgData name="Keshav Sharma" userId="bc4fa2831086fc9d" providerId="LiveId" clId="{26D2F207-9521-4C9D-BB80-621A2801AFAD}" dt="2024-11-10T04:17:31.182" v="324" actId="14100"/>
        <pc:sldMkLst>
          <pc:docMk/>
          <pc:sldMk cId="21713692" sldId="268"/>
        </pc:sldMkLst>
        <pc:spChg chg="mod">
          <ac:chgData name="Keshav Sharma" userId="bc4fa2831086fc9d" providerId="LiveId" clId="{26D2F207-9521-4C9D-BB80-621A2801AFAD}" dt="2024-11-10T04:15:22.279" v="307" actId="20577"/>
          <ac:spMkLst>
            <pc:docMk/>
            <pc:sldMk cId="21713692" sldId="268"/>
            <ac:spMk id="2" creationId="{0E484A15-4BF1-A5EA-06EC-90A97BC4E48A}"/>
          </ac:spMkLst>
        </pc:spChg>
        <pc:spChg chg="mod">
          <ac:chgData name="Keshav Sharma" userId="bc4fa2831086fc9d" providerId="LiveId" clId="{26D2F207-9521-4C9D-BB80-621A2801AFAD}" dt="2024-11-10T04:15:52.161" v="314" actId="20577"/>
          <ac:spMkLst>
            <pc:docMk/>
            <pc:sldMk cId="21713692" sldId="268"/>
            <ac:spMk id="4" creationId="{D5F3E9F1-420A-67AF-6EEA-2A4A6217DEE7}"/>
          </ac:spMkLst>
        </pc:spChg>
        <pc:spChg chg="add del mod">
          <ac:chgData name="Keshav Sharma" userId="bc4fa2831086fc9d" providerId="LiveId" clId="{26D2F207-9521-4C9D-BB80-621A2801AFAD}" dt="2024-11-10T04:17:14.325" v="319"/>
          <ac:spMkLst>
            <pc:docMk/>
            <pc:sldMk cId="21713692" sldId="268"/>
            <ac:spMk id="5" creationId="{425066F2-96B6-A8BC-C7EB-368B33741565}"/>
          </ac:spMkLst>
        </pc:spChg>
        <pc:picChg chg="add mod">
          <ac:chgData name="Keshav Sharma" userId="bc4fa2831086fc9d" providerId="LiveId" clId="{26D2F207-9521-4C9D-BB80-621A2801AFAD}" dt="2024-11-10T04:17:31.182" v="324" actId="14100"/>
          <ac:picMkLst>
            <pc:docMk/>
            <pc:sldMk cId="21713692" sldId="268"/>
            <ac:picMk id="6" creationId="{8D5206C8-7507-5EF6-A1BE-F46BF0CA6B36}"/>
          </ac:picMkLst>
        </pc:picChg>
        <pc:picChg chg="del">
          <ac:chgData name="Keshav Sharma" userId="bc4fa2831086fc9d" providerId="LiveId" clId="{26D2F207-9521-4C9D-BB80-621A2801AFAD}" dt="2024-11-10T04:17:12.882" v="318" actId="478"/>
          <ac:picMkLst>
            <pc:docMk/>
            <pc:sldMk cId="21713692" sldId="268"/>
            <ac:picMk id="7" creationId="{2E0CC26B-246C-6988-88C1-09DD8D04B6B5}"/>
          </ac:picMkLst>
        </pc:picChg>
      </pc:sldChg>
      <pc:sldChg chg="addSp delSp modSp add mod ord">
        <pc:chgData name="Keshav Sharma" userId="bc4fa2831086fc9d" providerId="LiveId" clId="{26D2F207-9521-4C9D-BB80-621A2801AFAD}" dt="2024-11-10T04:22:57.501" v="367" actId="14100"/>
        <pc:sldMkLst>
          <pc:docMk/>
          <pc:sldMk cId="633087004" sldId="269"/>
        </pc:sldMkLst>
        <pc:spChg chg="mod">
          <ac:chgData name="Keshav Sharma" userId="bc4fa2831086fc9d" providerId="LiveId" clId="{26D2F207-9521-4C9D-BB80-621A2801AFAD}" dt="2024-11-10T04:21:40.428" v="351" actId="20577"/>
          <ac:spMkLst>
            <pc:docMk/>
            <pc:sldMk cId="633087004" sldId="269"/>
            <ac:spMk id="2" creationId="{0B609874-5339-40C0-6AED-AA4EBF119CD9}"/>
          </ac:spMkLst>
        </pc:spChg>
        <pc:spChg chg="mod">
          <ac:chgData name="Keshav Sharma" userId="bc4fa2831086fc9d" providerId="LiveId" clId="{26D2F207-9521-4C9D-BB80-621A2801AFAD}" dt="2024-11-10T04:22:04.428" v="356" actId="20577"/>
          <ac:spMkLst>
            <pc:docMk/>
            <pc:sldMk cId="633087004" sldId="269"/>
            <ac:spMk id="4" creationId="{238BCB84-3522-9D81-F00A-0458A3254EF3}"/>
          </ac:spMkLst>
        </pc:spChg>
        <pc:spChg chg="add del mod">
          <ac:chgData name="Keshav Sharma" userId="bc4fa2831086fc9d" providerId="LiveId" clId="{26D2F207-9521-4C9D-BB80-621A2801AFAD}" dt="2024-11-10T04:22:41.580" v="363"/>
          <ac:spMkLst>
            <pc:docMk/>
            <pc:sldMk cId="633087004" sldId="269"/>
            <ac:spMk id="7" creationId="{94153265-E441-1FD1-D3B9-11ABE45DAF6B}"/>
          </ac:spMkLst>
        </pc:spChg>
        <pc:picChg chg="add mod">
          <ac:chgData name="Keshav Sharma" userId="bc4fa2831086fc9d" providerId="LiveId" clId="{26D2F207-9521-4C9D-BB80-621A2801AFAD}" dt="2024-11-10T04:22:33.257" v="361" actId="14100"/>
          <ac:picMkLst>
            <pc:docMk/>
            <pc:sldMk cId="633087004" sldId="269"/>
            <ac:picMk id="3" creationId="{B3A9B706-703D-6B01-E8CD-76E9AABD159C}"/>
          </ac:picMkLst>
        </pc:picChg>
        <pc:picChg chg="del">
          <ac:chgData name="Keshav Sharma" userId="bc4fa2831086fc9d" providerId="LiveId" clId="{26D2F207-9521-4C9D-BB80-621A2801AFAD}" dt="2024-11-10T04:22:25.283" v="357" actId="478"/>
          <ac:picMkLst>
            <pc:docMk/>
            <pc:sldMk cId="633087004" sldId="269"/>
            <ac:picMk id="5" creationId="{F6ECD7F8-372A-3A24-AEE1-898C802F51DE}"/>
          </ac:picMkLst>
        </pc:picChg>
        <pc:picChg chg="add mod">
          <ac:chgData name="Keshav Sharma" userId="bc4fa2831086fc9d" providerId="LiveId" clId="{26D2F207-9521-4C9D-BB80-621A2801AFAD}" dt="2024-11-10T04:22:57.501" v="367" actId="14100"/>
          <ac:picMkLst>
            <pc:docMk/>
            <pc:sldMk cId="633087004" sldId="269"/>
            <ac:picMk id="8" creationId="{80445288-C595-91E2-1DD7-0A0371BE241B}"/>
          </ac:picMkLst>
        </pc:picChg>
        <pc:picChg chg="del">
          <ac:chgData name="Keshav Sharma" userId="bc4fa2831086fc9d" providerId="LiveId" clId="{26D2F207-9521-4C9D-BB80-621A2801AFAD}" dt="2024-11-10T04:22:39.998" v="362" actId="478"/>
          <ac:picMkLst>
            <pc:docMk/>
            <pc:sldMk cId="633087004" sldId="269"/>
            <ac:picMk id="9" creationId="{F5C5435B-908E-32B0-1C51-6B77EBFC0372}"/>
          </ac:picMkLst>
        </pc:picChg>
      </pc:sldChg>
      <pc:sldChg chg="addSp delSp modSp add mod">
        <pc:chgData name="Keshav Sharma" userId="bc4fa2831086fc9d" providerId="LiveId" clId="{26D2F207-9521-4C9D-BB80-621A2801AFAD}" dt="2024-11-10T04:24:22.153" v="396" actId="14100"/>
        <pc:sldMkLst>
          <pc:docMk/>
          <pc:sldMk cId="1979766034" sldId="270"/>
        </pc:sldMkLst>
        <pc:spChg chg="mod">
          <ac:chgData name="Keshav Sharma" userId="bc4fa2831086fc9d" providerId="LiveId" clId="{26D2F207-9521-4C9D-BB80-621A2801AFAD}" dt="2024-11-10T04:23:34.723" v="384" actId="20577"/>
          <ac:spMkLst>
            <pc:docMk/>
            <pc:sldMk cId="1979766034" sldId="270"/>
            <ac:spMk id="2" creationId="{194D2F10-23BC-7C2F-E8BD-BAF562B13A72}"/>
          </ac:spMkLst>
        </pc:spChg>
        <pc:spChg chg="mod">
          <ac:chgData name="Keshav Sharma" userId="bc4fa2831086fc9d" providerId="LiveId" clId="{26D2F207-9521-4C9D-BB80-621A2801AFAD}" dt="2024-11-10T04:23:44.717" v="386" actId="113"/>
          <ac:spMkLst>
            <pc:docMk/>
            <pc:sldMk cId="1979766034" sldId="270"/>
            <ac:spMk id="4" creationId="{D87FF800-433D-6234-641F-3AB2E464F58B}"/>
          </ac:spMkLst>
        </pc:spChg>
        <pc:spChg chg="add del mod">
          <ac:chgData name="Keshav Sharma" userId="bc4fa2831086fc9d" providerId="LiveId" clId="{26D2F207-9521-4C9D-BB80-621A2801AFAD}" dt="2024-11-10T04:24:09.198" v="393"/>
          <ac:spMkLst>
            <pc:docMk/>
            <pc:sldMk cId="1979766034" sldId="270"/>
            <ac:spMk id="7" creationId="{030D5DC1-0E28-4CCF-5211-FF02DF488897}"/>
          </ac:spMkLst>
        </pc:spChg>
        <pc:picChg chg="del">
          <ac:chgData name="Keshav Sharma" userId="bc4fa2831086fc9d" providerId="LiveId" clId="{26D2F207-9521-4C9D-BB80-621A2801AFAD}" dt="2024-11-10T04:23:52.451" v="387" actId="478"/>
          <ac:picMkLst>
            <pc:docMk/>
            <pc:sldMk cId="1979766034" sldId="270"/>
            <ac:picMk id="3" creationId="{A5BC7C74-F094-175C-352B-FF937940A119}"/>
          </ac:picMkLst>
        </pc:picChg>
        <pc:picChg chg="add mod">
          <ac:chgData name="Keshav Sharma" userId="bc4fa2831086fc9d" providerId="LiveId" clId="{26D2F207-9521-4C9D-BB80-621A2801AFAD}" dt="2024-11-10T04:24:01.773" v="391" actId="14100"/>
          <ac:picMkLst>
            <pc:docMk/>
            <pc:sldMk cId="1979766034" sldId="270"/>
            <ac:picMk id="5" creationId="{6346DC83-4A79-CA5E-4518-031ECEE2222E}"/>
          </ac:picMkLst>
        </pc:picChg>
        <pc:picChg chg="del">
          <ac:chgData name="Keshav Sharma" userId="bc4fa2831086fc9d" providerId="LiveId" clId="{26D2F207-9521-4C9D-BB80-621A2801AFAD}" dt="2024-11-10T04:24:03.813" v="392" actId="478"/>
          <ac:picMkLst>
            <pc:docMk/>
            <pc:sldMk cId="1979766034" sldId="270"/>
            <ac:picMk id="8" creationId="{35B0585F-1F1A-A683-8C96-9770FCBA9128}"/>
          </ac:picMkLst>
        </pc:picChg>
        <pc:picChg chg="add mod">
          <ac:chgData name="Keshav Sharma" userId="bc4fa2831086fc9d" providerId="LiveId" clId="{26D2F207-9521-4C9D-BB80-621A2801AFAD}" dt="2024-11-10T04:24:22.153" v="396" actId="14100"/>
          <ac:picMkLst>
            <pc:docMk/>
            <pc:sldMk cId="1979766034" sldId="270"/>
            <ac:picMk id="9" creationId="{6DBB44AD-E0D6-EE5E-4ED3-DEAFAD833533}"/>
          </ac:picMkLst>
        </pc:picChg>
      </pc:sldChg>
      <pc:sldChg chg="addSp delSp modSp add mod">
        <pc:chgData name="Keshav Sharma" userId="bc4fa2831086fc9d" providerId="LiveId" clId="{26D2F207-9521-4C9D-BB80-621A2801AFAD}" dt="2024-11-10T04:25:30.260" v="420" actId="14100"/>
        <pc:sldMkLst>
          <pc:docMk/>
          <pc:sldMk cId="3458169678" sldId="271"/>
        </pc:sldMkLst>
        <pc:spChg chg="mod">
          <ac:chgData name="Keshav Sharma" userId="bc4fa2831086fc9d" providerId="LiveId" clId="{26D2F207-9521-4C9D-BB80-621A2801AFAD}" dt="2024-11-10T04:24:43.750" v="409" actId="20577"/>
          <ac:spMkLst>
            <pc:docMk/>
            <pc:sldMk cId="3458169678" sldId="271"/>
            <ac:spMk id="2" creationId="{18CDE97E-1832-27D6-5FEF-BA3469C8899C}"/>
          </ac:spMkLst>
        </pc:spChg>
        <pc:spChg chg="mod">
          <ac:chgData name="Keshav Sharma" userId="bc4fa2831086fc9d" providerId="LiveId" clId="{26D2F207-9521-4C9D-BB80-621A2801AFAD}" dt="2024-11-10T04:24:55.866" v="411" actId="113"/>
          <ac:spMkLst>
            <pc:docMk/>
            <pc:sldMk cId="3458169678" sldId="271"/>
            <ac:spMk id="4" creationId="{E72497D3-FF10-65AA-3FA4-2389EA6BF490}"/>
          </ac:spMkLst>
        </pc:spChg>
        <pc:spChg chg="add del mod">
          <ac:chgData name="Keshav Sharma" userId="bc4fa2831086fc9d" providerId="LiveId" clId="{26D2F207-9521-4C9D-BB80-621A2801AFAD}" dt="2024-11-10T04:25:19.289" v="416"/>
          <ac:spMkLst>
            <pc:docMk/>
            <pc:sldMk cId="3458169678" sldId="271"/>
            <ac:spMk id="7" creationId="{87B1895E-F94B-7DAD-0039-90FBB176E616}"/>
          </ac:spMkLst>
        </pc:spChg>
        <pc:picChg chg="add mod">
          <ac:chgData name="Keshav Sharma" userId="bc4fa2831086fc9d" providerId="LiveId" clId="{26D2F207-9521-4C9D-BB80-621A2801AFAD}" dt="2024-11-10T04:25:12.993" v="414" actId="14100"/>
          <ac:picMkLst>
            <pc:docMk/>
            <pc:sldMk cId="3458169678" sldId="271"/>
            <ac:picMk id="3" creationId="{737854C4-76CB-B033-D507-45352774161D}"/>
          </ac:picMkLst>
        </pc:picChg>
        <pc:picChg chg="del">
          <ac:chgData name="Keshav Sharma" userId="bc4fa2831086fc9d" providerId="LiveId" clId="{26D2F207-9521-4C9D-BB80-621A2801AFAD}" dt="2024-11-10T04:25:04.172" v="412" actId="478"/>
          <ac:picMkLst>
            <pc:docMk/>
            <pc:sldMk cId="3458169678" sldId="271"/>
            <ac:picMk id="5" creationId="{3059EDA1-399B-ED7C-DD62-C33BCAFFAF47}"/>
          </ac:picMkLst>
        </pc:picChg>
        <pc:picChg chg="add mod">
          <ac:chgData name="Keshav Sharma" userId="bc4fa2831086fc9d" providerId="LiveId" clId="{26D2F207-9521-4C9D-BB80-621A2801AFAD}" dt="2024-11-10T04:25:30.260" v="420" actId="14100"/>
          <ac:picMkLst>
            <pc:docMk/>
            <pc:sldMk cId="3458169678" sldId="271"/>
            <ac:picMk id="8" creationId="{6B7DAB31-F9C9-ED58-9392-F58BADFFA689}"/>
          </ac:picMkLst>
        </pc:picChg>
        <pc:picChg chg="del">
          <ac:chgData name="Keshav Sharma" userId="bc4fa2831086fc9d" providerId="LiveId" clId="{26D2F207-9521-4C9D-BB80-621A2801AFAD}" dt="2024-11-10T04:25:15.125" v="415" actId="478"/>
          <ac:picMkLst>
            <pc:docMk/>
            <pc:sldMk cId="3458169678" sldId="271"/>
            <ac:picMk id="9" creationId="{3C4E55D8-C4D9-6C7F-3931-FBDD24792CE1}"/>
          </ac:picMkLst>
        </pc:picChg>
      </pc:sldChg>
      <pc:sldChg chg="addSp modSp new mod">
        <pc:chgData name="Keshav Sharma" userId="bc4fa2831086fc9d" providerId="LiveId" clId="{26D2F207-9521-4C9D-BB80-621A2801AFAD}" dt="2024-11-10T04:26:14.803" v="423" actId="113"/>
        <pc:sldMkLst>
          <pc:docMk/>
          <pc:sldMk cId="2703829217" sldId="272"/>
        </pc:sldMkLst>
        <pc:spChg chg="add mod">
          <ac:chgData name="Keshav Sharma" userId="bc4fa2831086fc9d" providerId="LiveId" clId="{26D2F207-9521-4C9D-BB80-621A2801AFAD}" dt="2024-11-10T04:26:14.803" v="423" actId="113"/>
          <ac:spMkLst>
            <pc:docMk/>
            <pc:sldMk cId="2703829217" sldId="272"/>
            <ac:spMk id="2" creationId="{2390E948-F14A-5AC6-CC55-5F5D9A139F4F}"/>
          </ac:spMkLst>
        </pc:spChg>
        <pc:picChg chg="add mod">
          <ac:chgData name="Keshav Sharma" userId="bc4fa2831086fc9d" providerId="LiveId" clId="{26D2F207-9521-4C9D-BB80-621A2801AFAD}" dt="2024-11-10T04:26:10.093" v="422"/>
          <ac:picMkLst>
            <pc:docMk/>
            <pc:sldMk cId="2703829217" sldId="272"/>
            <ac:picMk id="3" creationId="{4694A1F6-0D9D-A1F0-E640-9F5C57711477}"/>
          </ac:picMkLst>
        </pc:picChg>
        <pc:picChg chg="add mod">
          <ac:chgData name="Keshav Sharma" userId="bc4fa2831086fc9d" providerId="LiveId" clId="{26D2F207-9521-4C9D-BB80-621A2801AFAD}" dt="2024-11-10T04:26:10.093" v="422"/>
          <ac:picMkLst>
            <pc:docMk/>
            <pc:sldMk cId="2703829217" sldId="272"/>
            <ac:picMk id="4" creationId="{34B60F56-2E6C-A86D-0A78-9200B390C8CB}"/>
          </ac:picMkLst>
        </pc:picChg>
        <pc:picChg chg="add mod">
          <ac:chgData name="Keshav Sharma" userId="bc4fa2831086fc9d" providerId="LiveId" clId="{26D2F207-9521-4C9D-BB80-621A2801AFAD}" dt="2024-11-10T04:26:10.093" v="422"/>
          <ac:picMkLst>
            <pc:docMk/>
            <pc:sldMk cId="2703829217" sldId="272"/>
            <ac:picMk id="5" creationId="{C394DC95-EF87-3146-7884-81D22112B2BE}"/>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32:29.827"/>
    </inkml:context>
    <inkml:brush xml:id="br0">
      <inkml:brushProperty name="width" value="0.05" units="cm"/>
      <inkml:brushProperty name="height" value="0.05" units="cm"/>
    </inkml:brush>
  </inkml:definitions>
  <inkml:trace contextRef="#ctx0" brushRef="#br0">1 0 32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1:22.046"/>
    </inkml:context>
    <inkml:brush xml:id="br0">
      <inkml:brushProperty name="width" value="0.05" units="cm"/>
      <inkml:brushProperty name="height" value="0.05" units="cm"/>
    </inkml:brush>
  </inkml:definitions>
  <inkml:trace contextRef="#ctx0" brushRef="#br0">1 0 32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03:46:27.461"/>
    </inkml:context>
    <inkml:brush xml:id="br0">
      <inkml:brushProperty name="width" value="0.05" units="cm"/>
      <inkml:brushProperty name="height" value="0.05" units="cm"/>
    </inkml:brush>
  </inkml:definitions>
  <inkml:trace contextRef="#ctx0" brushRef="#br0">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November 9, 2024</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682271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November 9, 2024</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3668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November 9, 2024</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441377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November 9, 2024</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1493563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November 9, 2024</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181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November 9, 2024</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0983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November 9, 2024</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994563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November 9, 2024</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46073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November 9, 2024</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051756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November 9, 2024</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148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November 9, 2024</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13815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November 9, 2024</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mc:Choice xmlns:p14="http://schemas.microsoft.com/office/powerpoint/2010/main"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1064710471"/>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2A643C0-9284-D405-B21D-B903026909FC}"/>
              </a:ext>
            </a:extLst>
          </p:cNvPr>
          <p:cNvPicPr>
            <a:picLocks noChangeAspect="1"/>
          </p:cNvPicPr>
          <p:nvPr/>
        </p:nvPicPr>
        <p:blipFill>
          <a:blip r:embed="rId2"/>
          <a:srcRect t="25000"/>
          <a:stretch/>
        </p:blipFill>
        <p:spPr>
          <a:xfrm>
            <a:off x="20" y="10"/>
            <a:ext cx="12191979" cy="6857989"/>
          </a:xfrm>
          <a:prstGeom prst="rect">
            <a:avLst/>
          </a:prstGeom>
        </p:spPr>
      </p:pic>
      <p:sp>
        <p:nvSpPr>
          <p:cNvPr id="32" name="Rectangle 31">
            <a:extLst>
              <a:ext uri="{FF2B5EF4-FFF2-40B4-BE49-F238E27FC236}">
                <a16:creationId xmlns:a16="http://schemas.microsoft.com/office/drawing/2014/main" id="{C792EE87-4150-454F-8312-283882EF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9932"/>
            <a:ext cx="12191999" cy="4934490"/>
          </a:xfrm>
          <a:prstGeom prst="rect">
            <a:avLst/>
          </a:prstGeom>
          <a:gradFill flip="none" rotWithShape="1">
            <a:gsLst>
              <a:gs pos="50000">
                <a:srgbClr val="000000">
                  <a:alpha val="40784"/>
                </a:srgbClr>
              </a:gs>
              <a:gs pos="80000">
                <a:srgbClr val="000000">
                  <a:alpha val="28000"/>
                </a:srgbClr>
              </a:gs>
              <a:gs pos="0">
                <a:srgbClr val="000000">
                  <a:alpha val="0"/>
                </a:srgbClr>
              </a:gs>
              <a:gs pos="20000">
                <a:srgbClr val="000000">
                  <a:alpha val="2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CBC6E-84CE-5191-B292-C370FF700214}"/>
              </a:ext>
            </a:extLst>
          </p:cNvPr>
          <p:cNvSpPr>
            <a:spLocks noGrp="1"/>
          </p:cNvSpPr>
          <p:nvPr>
            <p:ph type="ctrTitle"/>
          </p:nvPr>
        </p:nvSpPr>
        <p:spPr>
          <a:xfrm>
            <a:off x="1897040" y="1122362"/>
            <a:ext cx="8376514" cy="2494295"/>
          </a:xfrm>
        </p:spPr>
        <p:txBody>
          <a:bodyPr>
            <a:normAutofit/>
          </a:bodyPr>
          <a:lstStyle/>
          <a:p>
            <a:r>
              <a:rPr lang="en-US">
                <a:solidFill>
                  <a:srgbClr val="FFFFFF"/>
                </a:solidFill>
              </a:rPr>
              <a:t>World Wireless Solutions (Mobile Version)</a:t>
            </a:r>
          </a:p>
        </p:txBody>
      </p:sp>
      <p:sp>
        <p:nvSpPr>
          <p:cNvPr id="3" name="Subtitle 2">
            <a:extLst>
              <a:ext uri="{FF2B5EF4-FFF2-40B4-BE49-F238E27FC236}">
                <a16:creationId xmlns:a16="http://schemas.microsoft.com/office/drawing/2014/main" id="{013E221F-3AA7-407B-8389-3F7E29F939F1}"/>
              </a:ext>
            </a:extLst>
          </p:cNvPr>
          <p:cNvSpPr>
            <a:spLocks noGrp="1"/>
          </p:cNvSpPr>
          <p:nvPr>
            <p:ph type="subTitle" idx="1"/>
          </p:nvPr>
        </p:nvSpPr>
        <p:spPr>
          <a:xfrm>
            <a:off x="3029803" y="3772788"/>
            <a:ext cx="6141493" cy="1962850"/>
          </a:xfrm>
        </p:spPr>
        <p:txBody>
          <a:bodyPr>
            <a:normAutofit/>
          </a:bodyPr>
          <a:lstStyle/>
          <a:p>
            <a:pPr>
              <a:lnSpc>
                <a:spcPct val="90000"/>
              </a:lnSpc>
            </a:pPr>
            <a:r>
              <a:rPr lang="en-US" sz="1500" dirty="0">
                <a:solidFill>
                  <a:srgbClr val="FFFFFF"/>
                </a:solidFill>
              </a:rPr>
              <a:t>Presented By:</a:t>
            </a:r>
          </a:p>
          <a:p>
            <a:pPr>
              <a:lnSpc>
                <a:spcPct val="90000"/>
              </a:lnSpc>
            </a:pPr>
            <a:r>
              <a:rPr lang="en-US" sz="1500" dirty="0">
                <a:solidFill>
                  <a:srgbClr val="FFFFFF"/>
                </a:solidFill>
              </a:rPr>
              <a:t>Armanpreet Kaur 4535488</a:t>
            </a:r>
          </a:p>
          <a:p>
            <a:pPr>
              <a:lnSpc>
                <a:spcPct val="90000"/>
              </a:lnSpc>
            </a:pPr>
            <a:r>
              <a:rPr lang="en-US" sz="1500" dirty="0">
                <a:solidFill>
                  <a:srgbClr val="FFFFFF"/>
                </a:solidFill>
              </a:rPr>
              <a:t>JASDEEP KAUR 4535999</a:t>
            </a:r>
          </a:p>
          <a:p>
            <a:pPr>
              <a:lnSpc>
                <a:spcPct val="90000"/>
              </a:lnSpc>
            </a:pPr>
            <a:r>
              <a:rPr lang="en-US" sz="1500" dirty="0">
                <a:solidFill>
                  <a:srgbClr val="FFFFFF"/>
                </a:solidFill>
              </a:rPr>
              <a:t>KESHAV SHARMA 4532854</a:t>
            </a:r>
          </a:p>
          <a:p>
            <a:pPr>
              <a:lnSpc>
                <a:spcPct val="90000"/>
              </a:lnSpc>
            </a:pPr>
            <a:r>
              <a:rPr lang="en-US" sz="1500" dirty="0">
                <a:solidFill>
                  <a:srgbClr val="FFFFFF"/>
                </a:solidFill>
              </a:rPr>
              <a:t>SALONI BEDI 4531676</a:t>
            </a:r>
          </a:p>
          <a:p>
            <a:pPr>
              <a:lnSpc>
                <a:spcPct val="90000"/>
              </a:lnSpc>
            </a:pPr>
            <a:endParaRPr lang="en-US" sz="800" dirty="0">
              <a:solidFill>
                <a:srgbClr val="FFFFFF"/>
              </a:solidFill>
            </a:endParaRPr>
          </a:p>
        </p:txBody>
      </p:sp>
      <p:sp useBgFill="1">
        <p:nvSpPr>
          <p:cNvPr id="33" name="Freeform: Shape 32">
            <a:extLst>
              <a:ext uri="{FF2B5EF4-FFF2-40B4-BE49-F238E27FC236}">
                <a16:creationId xmlns:a16="http://schemas.microsoft.com/office/drawing/2014/main" id="{EA21D066-7EC1-44B4-8CF9-85511FDFC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D6C2F2D6-F636-46AD-BCD9-994702A00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890120" cy="735601"/>
          </a:xfrm>
          <a:custGeom>
            <a:avLst/>
            <a:gdLst>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906706 w 10678681"/>
              <a:gd name="connsiteY64" fmla="*/ 1027961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05317 w 10678681"/>
              <a:gd name="connsiteY66" fmla="*/ 1011686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61470 w 10678681"/>
              <a:gd name="connsiteY68" fmla="*/ 108057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392549 w 10678681"/>
              <a:gd name="connsiteY67" fmla="*/ 1032948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074811 w 10678681"/>
              <a:gd name="connsiteY69" fmla="*/ 1092701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28273 w 10678681"/>
              <a:gd name="connsiteY77" fmla="*/ 1152456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67391 w 10678681"/>
              <a:gd name="connsiteY78" fmla="*/ 1161093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72219 w 10678681"/>
              <a:gd name="connsiteY79" fmla="*/ 1173708 h 1357700"/>
              <a:gd name="connsiteX80" fmla="*/ 5537768 w 10678681"/>
              <a:gd name="connsiteY80" fmla="*/ 1190202 h 1357700"/>
              <a:gd name="connsiteX81" fmla="*/ 5488513 w 10678681"/>
              <a:gd name="connsiteY81" fmla="*/ 1205367 h 1357700"/>
              <a:gd name="connsiteX82" fmla="*/ 5402905 w 10678681"/>
              <a:gd name="connsiteY82" fmla="*/ 1241191 h 1357700"/>
              <a:gd name="connsiteX83" fmla="*/ 5285593 w 10678681"/>
              <a:gd name="connsiteY83" fmla="*/ 1273569 h 1357700"/>
              <a:gd name="connsiteX84" fmla="*/ 5192893 w 10678681"/>
              <a:gd name="connsiteY84" fmla="*/ 1247188 h 1357700"/>
              <a:gd name="connsiteX85" fmla="*/ 5186475 w 10678681"/>
              <a:gd name="connsiteY85" fmla="*/ 1257028 h 1357700"/>
              <a:gd name="connsiteX86" fmla="*/ 5126038 w 10678681"/>
              <a:gd name="connsiteY86" fmla="*/ 1263189 h 1357700"/>
              <a:gd name="connsiteX87" fmla="*/ 4905913 w 10678681"/>
              <a:gd name="connsiteY87" fmla="*/ 1224477 h 1357700"/>
              <a:gd name="connsiteX88" fmla="*/ 4788036 w 10678681"/>
              <a:gd name="connsiteY88" fmla="*/ 1238182 h 1357700"/>
              <a:gd name="connsiteX89" fmla="*/ 4747555 w 10678681"/>
              <a:gd name="connsiteY89" fmla="*/ 1252768 h 1357700"/>
              <a:gd name="connsiteX90" fmla="*/ 4679644 w 10678681"/>
              <a:gd name="connsiteY90" fmla="*/ 1276603 h 1357700"/>
              <a:gd name="connsiteX91" fmla="*/ 4632222 w 10678681"/>
              <a:gd name="connsiteY91" fmla="*/ 1318360 h 1357700"/>
              <a:gd name="connsiteX92" fmla="*/ 4617358 w 10678681"/>
              <a:gd name="connsiteY92" fmla="*/ 1327690 h 1357700"/>
              <a:gd name="connsiteX93" fmla="*/ 4589102 w 10678681"/>
              <a:gd name="connsiteY93" fmla="*/ 1321223 h 1357700"/>
              <a:gd name="connsiteX94" fmla="*/ 4578184 w 10678681"/>
              <a:gd name="connsiteY94" fmla="*/ 1326745 h 1357700"/>
              <a:gd name="connsiteX95" fmla="*/ 4574270 w 10678681"/>
              <a:gd name="connsiteY95" fmla="*/ 1325878 h 1357700"/>
              <a:gd name="connsiteX96" fmla="*/ 4564919 w 10678681"/>
              <a:gd name="connsiteY96" fmla="*/ 1325507 h 1357700"/>
              <a:gd name="connsiteX97" fmla="*/ 4566586 w 10678681"/>
              <a:gd name="connsiteY97" fmla="*/ 1316963 h 1357700"/>
              <a:gd name="connsiteX98" fmla="*/ 4556303 w 10678681"/>
              <a:gd name="connsiteY98" fmla="*/ 1300262 h 1357700"/>
              <a:gd name="connsiteX99" fmla="*/ 4502358 w 10678681"/>
              <a:gd name="connsiteY99" fmla="*/ 1302558 h 1357700"/>
              <a:gd name="connsiteX100" fmla="*/ 4498919 w 10678681"/>
              <a:gd name="connsiteY100" fmla="*/ 1312115 h 1357700"/>
              <a:gd name="connsiteX101" fmla="*/ 4492075 w 10678681"/>
              <a:gd name="connsiteY101" fmla="*/ 1313357 h 1357700"/>
              <a:gd name="connsiteX102" fmla="*/ 4487466 w 10678681"/>
              <a:gd name="connsiteY102" fmla="*/ 1304102 h 1357700"/>
              <a:gd name="connsiteX103" fmla="*/ 4398292 w 10678681"/>
              <a:gd name="connsiteY103" fmla="*/ 1278410 h 1357700"/>
              <a:gd name="connsiteX104" fmla="*/ 4278026 w 10678681"/>
              <a:gd name="connsiteY104" fmla="*/ 1259803 h 1357700"/>
              <a:gd name="connsiteX105" fmla="*/ 4188995 w 10678681"/>
              <a:gd name="connsiteY105" fmla="*/ 1296718 h 1357700"/>
              <a:gd name="connsiteX106" fmla="*/ 4181483 w 10678681"/>
              <a:gd name="connsiteY106" fmla="*/ 1287686 h 1357700"/>
              <a:gd name="connsiteX107" fmla="*/ 4120739 w 10678681"/>
              <a:gd name="connsiteY107" fmla="*/ 1288549 h 1357700"/>
              <a:gd name="connsiteX108" fmla="*/ 3906561 w 10678681"/>
              <a:gd name="connsiteY108" fmla="*/ 1352435 h 1357700"/>
              <a:gd name="connsiteX109" fmla="*/ 3787890 w 10678681"/>
              <a:gd name="connsiteY109" fmla="*/ 1352442 h 1357700"/>
              <a:gd name="connsiteX110" fmla="*/ 3745993 w 10678681"/>
              <a:gd name="connsiteY110" fmla="*/ 1342630 h 1357700"/>
              <a:gd name="connsiteX111" fmla="*/ 3675785 w 10678681"/>
              <a:gd name="connsiteY111" fmla="*/ 1326802 h 1357700"/>
              <a:gd name="connsiteX112" fmla="*/ 3623856 w 10678681"/>
              <a:gd name="connsiteY112" fmla="*/ 1290804 h 1357700"/>
              <a:gd name="connsiteX113" fmla="*/ 3564933 w 10678681"/>
              <a:gd name="connsiteY113" fmla="*/ 1287147 h 1357700"/>
              <a:gd name="connsiteX114" fmla="*/ 3550537 w 10678681"/>
              <a:gd name="connsiteY114" fmla="*/ 1317552 h 1357700"/>
              <a:gd name="connsiteX115" fmla="*/ 3487736 w 10678681"/>
              <a:gd name="connsiteY115" fmla="*/ 1303493 h 1357700"/>
              <a:gd name="connsiteX116" fmla="*/ 3392548 w 10678681"/>
              <a:gd name="connsiteY116" fmla="*/ 1278741 h 1357700"/>
              <a:gd name="connsiteX117" fmla="*/ 3337466 w 10678681"/>
              <a:gd name="connsiteY117" fmla="*/ 1272537 h 1357700"/>
              <a:gd name="connsiteX118" fmla="*/ 3187206 w 10678681"/>
              <a:gd name="connsiteY118" fmla="*/ 1246821 h 1357700"/>
              <a:gd name="connsiteX119" fmla="*/ 3036856 w 10678681"/>
              <a:gd name="connsiteY119" fmla="*/ 1214383 h 1357700"/>
              <a:gd name="connsiteX120" fmla="*/ 2948654 w 10678681"/>
              <a:gd name="connsiteY120" fmla="*/ 1157455 h 1357700"/>
              <a:gd name="connsiteX121" fmla="*/ 2824973 w 10678681"/>
              <a:gd name="connsiteY121" fmla="*/ 1134864 h 1357700"/>
              <a:gd name="connsiteX122" fmla="*/ 2804398 w 10678681"/>
              <a:gd name="connsiteY122" fmla="*/ 1125556 h 1357700"/>
              <a:gd name="connsiteX123" fmla="*/ 2775396 w 10678681"/>
              <a:gd name="connsiteY123" fmla="*/ 1130148 h 1357700"/>
              <a:gd name="connsiteX124" fmla="*/ 2659096 w 10678681"/>
              <a:gd name="connsiteY124" fmla="*/ 1150294 h 1357700"/>
              <a:gd name="connsiteX125" fmla="*/ 2567088 w 10678681"/>
              <a:gd name="connsiteY125" fmla="*/ 1181781 h 1357700"/>
              <a:gd name="connsiteX126" fmla="*/ 2454501 w 10678681"/>
              <a:gd name="connsiteY126" fmla="*/ 1155455 h 1357700"/>
              <a:gd name="connsiteX127" fmla="*/ 2385161 w 10678681"/>
              <a:gd name="connsiteY127" fmla="*/ 1161312 h 1357700"/>
              <a:gd name="connsiteX128" fmla="*/ 2270528 w 10678681"/>
              <a:gd name="connsiteY128" fmla="*/ 1204338 h 1357700"/>
              <a:gd name="connsiteX129" fmla="*/ 2121820 w 10678681"/>
              <a:gd name="connsiteY129" fmla="*/ 1187078 h 1357700"/>
              <a:gd name="connsiteX130" fmla="*/ 2092716 w 10678681"/>
              <a:gd name="connsiteY130" fmla="*/ 1139224 h 1357700"/>
              <a:gd name="connsiteX131" fmla="*/ 2052449 w 10678681"/>
              <a:gd name="connsiteY131" fmla="*/ 1109687 h 1357700"/>
              <a:gd name="connsiteX132" fmla="*/ 2032607 w 10678681"/>
              <a:gd name="connsiteY132" fmla="*/ 1175477 h 1357700"/>
              <a:gd name="connsiteX133" fmla="*/ 1901837 w 10678681"/>
              <a:gd name="connsiteY133" fmla="*/ 1221762 h 1357700"/>
              <a:gd name="connsiteX134" fmla="*/ 1836762 w 10678681"/>
              <a:gd name="connsiteY134" fmla="*/ 1237387 h 1357700"/>
              <a:gd name="connsiteX135" fmla="*/ 1735877 w 10678681"/>
              <a:gd name="connsiteY135" fmla="*/ 1246527 h 1357700"/>
              <a:gd name="connsiteX136" fmla="*/ 1705069 w 10678681"/>
              <a:gd name="connsiteY136" fmla="*/ 1251989 h 1357700"/>
              <a:gd name="connsiteX137" fmla="*/ 1397689 w 10678681"/>
              <a:gd name="connsiteY137" fmla="*/ 1336144 h 1357700"/>
              <a:gd name="connsiteX138" fmla="*/ 1220734 w 10678681"/>
              <a:gd name="connsiteY138" fmla="*/ 1257811 h 1357700"/>
              <a:gd name="connsiteX139" fmla="*/ 1021737 w 10678681"/>
              <a:gd name="connsiteY139" fmla="*/ 1238739 h 1357700"/>
              <a:gd name="connsiteX140" fmla="*/ 959820 w 10678681"/>
              <a:gd name="connsiteY140" fmla="*/ 1275863 h 1357700"/>
              <a:gd name="connsiteX141" fmla="*/ 929137 w 10678681"/>
              <a:gd name="connsiteY141" fmla="*/ 1273957 h 1357700"/>
              <a:gd name="connsiteX142" fmla="*/ 878849 w 10678681"/>
              <a:gd name="connsiteY142" fmla="*/ 1266740 h 1357700"/>
              <a:gd name="connsiteX143" fmla="*/ 800667 w 10678681"/>
              <a:gd name="connsiteY143" fmla="*/ 1282041 h 1357700"/>
              <a:gd name="connsiteX144" fmla="*/ 644906 w 10678681"/>
              <a:gd name="connsiteY144" fmla="*/ 1273685 h 1357700"/>
              <a:gd name="connsiteX145" fmla="*/ 379869 w 10678681"/>
              <a:gd name="connsiteY145" fmla="*/ 1339165 h 1357700"/>
              <a:gd name="connsiteX146" fmla="*/ 137696 w 10678681"/>
              <a:gd name="connsiteY146" fmla="*/ 1319217 h 1357700"/>
              <a:gd name="connsiteX147" fmla="*/ 54250 w 10678681"/>
              <a:gd name="connsiteY147" fmla="*/ 1315838 h 1357700"/>
              <a:gd name="connsiteX148" fmla="*/ 28042 w 10678681"/>
              <a:gd name="connsiteY148" fmla="*/ 1297822 h 1357700"/>
              <a:gd name="connsiteX149" fmla="*/ 0 w 10678681"/>
              <a:gd name="connsiteY149" fmla="*/ 1294612 h 1357700"/>
              <a:gd name="connsiteX150" fmla="*/ 0 w 10678681"/>
              <a:gd name="connsiteY150"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537768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905913 w 10678681"/>
              <a:gd name="connsiteY86" fmla="*/ 1224477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278026 w 10678681"/>
              <a:gd name="connsiteY103" fmla="*/ 1259803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120739 w 10678681"/>
              <a:gd name="connsiteY106" fmla="*/ 1288549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81483 w 10678681"/>
              <a:gd name="connsiteY105" fmla="*/ 1287686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550218 w 10678681"/>
              <a:gd name="connsiteY66" fmla="*/ 1026825 h 1357700"/>
              <a:gd name="connsiteX67" fmla="*/ 6437450 w 10678681"/>
              <a:gd name="connsiteY67" fmla="*/ 1101075 h 1357700"/>
              <a:gd name="connsiteX68" fmla="*/ 6327795 w 10678681"/>
              <a:gd name="connsiteY68" fmla="*/ 1088142 h 1357700"/>
              <a:gd name="connsiteX69" fmla="*/ 6136549 w 10678681"/>
              <a:gd name="connsiteY69" fmla="*/ 1100268 h 1357700"/>
              <a:gd name="connsiteX70" fmla="*/ 6004655 w 10678681"/>
              <a:gd name="connsiteY70" fmla="*/ 1114946 h 1357700"/>
              <a:gd name="connsiteX71" fmla="*/ 5936643 w 10678681"/>
              <a:gd name="connsiteY71" fmla="*/ 1095428 h 1357700"/>
              <a:gd name="connsiteX72" fmla="*/ 5912484 w 10678681"/>
              <a:gd name="connsiteY72" fmla="*/ 1112624 h 1357700"/>
              <a:gd name="connsiteX73" fmla="*/ 5908387 w 10678681"/>
              <a:gd name="connsiteY73" fmla="*/ 1116018 h 1357700"/>
              <a:gd name="connsiteX74" fmla="*/ 5890495 w 10678681"/>
              <a:gd name="connsiteY74" fmla="*/ 1120268 h 1357700"/>
              <a:gd name="connsiteX75" fmla="*/ 5887318 w 10678681"/>
              <a:gd name="connsiteY75" fmla="*/ 1133134 h 1357700"/>
              <a:gd name="connsiteX76" fmla="*/ 5861726 w 10678681"/>
              <a:gd name="connsiteY76" fmla="*/ 1147891 h 1357700"/>
              <a:gd name="connsiteX77" fmla="*/ 5805823 w 10678681"/>
              <a:gd name="connsiteY77" fmla="*/ 1152457 h 1357700"/>
              <a:gd name="connsiteX78" fmla="*/ 5689841 w 10678681"/>
              <a:gd name="connsiteY78" fmla="*/ 1176232 h 1357700"/>
              <a:gd name="connsiteX79" fmla="*/ 5605119 w 10678681"/>
              <a:gd name="connsiteY79" fmla="*/ 1190202 h 1357700"/>
              <a:gd name="connsiteX80" fmla="*/ 5488513 w 10678681"/>
              <a:gd name="connsiteY80" fmla="*/ 1205367 h 1357700"/>
              <a:gd name="connsiteX81" fmla="*/ 5402905 w 10678681"/>
              <a:gd name="connsiteY81" fmla="*/ 1241191 h 1357700"/>
              <a:gd name="connsiteX82" fmla="*/ 5285593 w 10678681"/>
              <a:gd name="connsiteY82" fmla="*/ 1273569 h 1357700"/>
              <a:gd name="connsiteX83" fmla="*/ 5192893 w 10678681"/>
              <a:gd name="connsiteY83" fmla="*/ 1247188 h 1357700"/>
              <a:gd name="connsiteX84" fmla="*/ 5186475 w 10678681"/>
              <a:gd name="connsiteY84" fmla="*/ 1257028 h 1357700"/>
              <a:gd name="connsiteX85" fmla="*/ 5126038 w 10678681"/>
              <a:gd name="connsiteY85" fmla="*/ 1263189 h 1357700"/>
              <a:gd name="connsiteX86" fmla="*/ 4894688 w 10678681"/>
              <a:gd name="connsiteY86" fmla="*/ 1247184 h 1357700"/>
              <a:gd name="connsiteX87" fmla="*/ 4788036 w 10678681"/>
              <a:gd name="connsiteY87" fmla="*/ 1238182 h 1357700"/>
              <a:gd name="connsiteX88" fmla="*/ 4747555 w 10678681"/>
              <a:gd name="connsiteY88" fmla="*/ 1252768 h 1357700"/>
              <a:gd name="connsiteX89" fmla="*/ 4679644 w 10678681"/>
              <a:gd name="connsiteY89" fmla="*/ 1276603 h 1357700"/>
              <a:gd name="connsiteX90" fmla="*/ 4632222 w 10678681"/>
              <a:gd name="connsiteY90" fmla="*/ 1318360 h 1357700"/>
              <a:gd name="connsiteX91" fmla="*/ 4617358 w 10678681"/>
              <a:gd name="connsiteY91" fmla="*/ 1327690 h 1357700"/>
              <a:gd name="connsiteX92" fmla="*/ 4589102 w 10678681"/>
              <a:gd name="connsiteY92" fmla="*/ 1321223 h 1357700"/>
              <a:gd name="connsiteX93" fmla="*/ 4578184 w 10678681"/>
              <a:gd name="connsiteY93" fmla="*/ 1326745 h 1357700"/>
              <a:gd name="connsiteX94" fmla="*/ 4574270 w 10678681"/>
              <a:gd name="connsiteY94" fmla="*/ 1325878 h 1357700"/>
              <a:gd name="connsiteX95" fmla="*/ 4564919 w 10678681"/>
              <a:gd name="connsiteY95" fmla="*/ 1325507 h 1357700"/>
              <a:gd name="connsiteX96" fmla="*/ 4566586 w 10678681"/>
              <a:gd name="connsiteY96" fmla="*/ 1316963 h 1357700"/>
              <a:gd name="connsiteX97" fmla="*/ 4556303 w 10678681"/>
              <a:gd name="connsiteY97" fmla="*/ 1300262 h 1357700"/>
              <a:gd name="connsiteX98" fmla="*/ 4502358 w 10678681"/>
              <a:gd name="connsiteY98" fmla="*/ 1302558 h 1357700"/>
              <a:gd name="connsiteX99" fmla="*/ 4498919 w 10678681"/>
              <a:gd name="connsiteY99" fmla="*/ 1312115 h 1357700"/>
              <a:gd name="connsiteX100" fmla="*/ 4492075 w 10678681"/>
              <a:gd name="connsiteY100" fmla="*/ 1313357 h 1357700"/>
              <a:gd name="connsiteX101" fmla="*/ 4487466 w 10678681"/>
              <a:gd name="connsiteY101" fmla="*/ 1304102 h 1357700"/>
              <a:gd name="connsiteX102" fmla="*/ 4398292 w 10678681"/>
              <a:gd name="connsiteY102" fmla="*/ 1278410 h 1357700"/>
              <a:gd name="connsiteX103" fmla="*/ 4306088 w 10678681"/>
              <a:gd name="connsiteY103" fmla="*/ 1282512 h 1357700"/>
              <a:gd name="connsiteX104" fmla="*/ 4188995 w 10678681"/>
              <a:gd name="connsiteY104" fmla="*/ 1296718 h 1357700"/>
              <a:gd name="connsiteX105" fmla="*/ 4136582 w 10678681"/>
              <a:gd name="connsiteY105" fmla="*/ 1287687 h 1357700"/>
              <a:gd name="connsiteX106" fmla="*/ 4064614 w 10678681"/>
              <a:gd name="connsiteY106" fmla="*/ 1296118 h 1357700"/>
              <a:gd name="connsiteX107" fmla="*/ 3906561 w 10678681"/>
              <a:gd name="connsiteY107" fmla="*/ 1352435 h 1357700"/>
              <a:gd name="connsiteX108" fmla="*/ 3787890 w 10678681"/>
              <a:gd name="connsiteY108" fmla="*/ 1352442 h 1357700"/>
              <a:gd name="connsiteX109" fmla="*/ 3745993 w 10678681"/>
              <a:gd name="connsiteY109" fmla="*/ 1342630 h 1357700"/>
              <a:gd name="connsiteX110" fmla="*/ 3675785 w 10678681"/>
              <a:gd name="connsiteY110" fmla="*/ 1326802 h 1357700"/>
              <a:gd name="connsiteX111" fmla="*/ 3623856 w 10678681"/>
              <a:gd name="connsiteY111" fmla="*/ 1290804 h 1357700"/>
              <a:gd name="connsiteX112" fmla="*/ 3564933 w 10678681"/>
              <a:gd name="connsiteY112" fmla="*/ 1287147 h 1357700"/>
              <a:gd name="connsiteX113" fmla="*/ 3550537 w 10678681"/>
              <a:gd name="connsiteY113" fmla="*/ 1317552 h 1357700"/>
              <a:gd name="connsiteX114" fmla="*/ 3487736 w 10678681"/>
              <a:gd name="connsiteY114" fmla="*/ 1303493 h 1357700"/>
              <a:gd name="connsiteX115" fmla="*/ 3392548 w 10678681"/>
              <a:gd name="connsiteY115" fmla="*/ 1278741 h 1357700"/>
              <a:gd name="connsiteX116" fmla="*/ 3337466 w 10678681"/>
              <a:gd name="connsiteY116" fmla="*/ 1272537 h 1357700"/>
              <a:gd name="connsiteX117" fmla="*/ 3187206 w 10678681"/>
              <a:gd name="connsiteY117" fmla="*/ 1246821 h 1357700"/>
              <a:gd name="connsiteX118" fmla="*/ 3036856 w 10678681"/>
              <a:gd name="connsiteY118" fmla="*/ 1214383 h 1357700"/>
              <a:gd name="connsiteX119" fmla="*/ 2948654 w 10678681"/>
              <a:gd name="connsiteY119" fmla="*/ 1157455 h 1357700"/>
              <a:gd name="connsiteX120" fmla="*/ 2824973 w 10678681"/>
              <a:gd name="connsiteY120" fmla="*/ 1134864 h 1357700"/>
              <a:gd name="connsiteX121" fmla="*/ 2804398 w 10678681"/>
              <a:gd name="connsiteY121" fmla="*/ 1125556 h 1357700"/>
              <a:gd name="connsiteX122" fmla="*/ 2775396 w 10678681"/>
              <a:gd name="connsiteY122" fmla="*/ 1130148 h 1357700"/>
              <a:gd name="connsiteX123" fmla="*/ 2659096 w 10678681"/>
              <a:gd name="connsiteY123" fmla="*/ 1150294 h 1357700"/>
              <a:gd name="connsiteX124" fmla="*/ 2567088 w 10678681"/>
              <a:gd name="connsiteY124" fmla="*/ 1181781 h 1357700"/>
              <a:gd name="connsiteX125" fmla="*/ 2454501 w 10678681"/>
              <a:gd name="connsiteY125" fmla="*/ 1155455 h 1357700"/>
              <a:gd name="connsiteX126" fmla="*/ 2385161 w 10678681"/>
              <a:gd name="connsiteY126" fmla="*/ 1161312 h 1357700"/>
              <a:gd name="connsiteX127" fmla="*/ 2270528 w 10678681"/>
              <a:gd name="connsiteY127" fmla="*/ 1204338 h 1357700"/>
              <a:gd name="connsiteX128" fmla="*/ 2121820 w 10678681"/>
              <a:gd name="connsiteY128" fmla="*/ 1187078 h 1357700"/>
              <a:gd name="connsiteX129" fmla="*/ 2092716 w 10678681"/>
              <a:gd name="connsiteY129" fmla="*/ 1139224 h 1357700"/>
              <a:gd name="connsiteX130" fmla="*/ 2052449 w 10678681"/>
              <a:gd name="connsiteY130" fmla="*/ 1109687 h 1357700"/>
              <a:gd name="connsiteX131" fmla="*/ 2032607 w 10678681"/>
              <a:gd name="connsiteY131" fmla="*/ 1175477 h 1357700"/>
              <a:gd name="connsiteX132" fmla="*/ 1901837 w 10678681"/>
              <a:gd name="connsiteY132" fmla="*/ 1221762 h 1357700"/>
              <a:gd name="connsiteX133" fmla="*/ 1836762 w 10678681"/>
              <a:gd name="connsiteY133" fmla="*/ 1237387 h 1357700"/>
              <a:gd name="connsiteX134" fmla="*/ 1735877 w 10678681"/>
              <a:gd name="connsiteY134" fmla="*/ 1246527 h 1357700"/>
              <a:gd name="connsiteX135" fmla="*/ 1705069 w 10678681"/>
              <a:gd name="connsiteY135" fmla="*/ 1251989 h 1357700"/>
              <a:gd name="connsiteX136" fmla="*/ 1397689 w 10678681"/>
              <a:gd name="connsiteY136" fmla="*/ 1336144 h 1357700"/>
              <a:gd name="connsiteX137" fmla="*/ 1220734 w 10678681"/>
              <a:gd name="connsiteY137" fmla="*/ 1257811 h 1357700"/>
              <a:gd name="connsiteX138" fmla="*/ 1021737 w 10678681"/>
              <a:gd name="connsiteY138" fmla="*/ 1238739 h 1357700"/>
              <a:gd name="connsiteX139" fmla="*/ 959820 w 10678681"/>
              <a:gd name="connsiteY139" fmla="*/ 1275863 h 1357700"/>
              <a:gd name="connsiteX140" fmla="*/ 929137 w 10678681"/>
              <a:gd name="connsiteY140" fmla="*/ 1273957 h 1357700"/>
              <a:gd name="connsiteX141" fmla="*/ 878849 w 10678681"/>
              <a:gd name="connsiteY141" fmla="*/ 1266740 h 1357700"/>
              <a:gd name="connsiteX142" fmla="*/ 800667 w 10678681"/>
              <a:gd name="connsiteY142" fmla="*/ 1282041 h 1357700"/>
              <a:gd name="connsiteX143" fmla="*/ 644906 w 10678681"/>
              <a:gd name="connsiteY143" fmla="*/ 1273685 h 1357700"/>
              <a:gd name="connsiteX144" fmla="*/ 379869 w 10678681"/>
              <a:gd name="connsiteY144" fmla="*/ 1339165 h 1357700"/>
              <a:gd name="connsiteX145" fmla="*/ 137696 w 10678681"/>
              <a:gd name="connsiteY145" fmla="*/ 1319217 h 1357700"/>
              <a:gd name="connsiteX146" fmla="*/ 54250 w 10678681"/>
              <a:gd name="connsiteY146" fmla="*/ 1315838 h 1357700"/>
              <a:gd name="connsiteX147" fmla="*/ 28042 w 10678681"/>
              <a:gd name="connsiteY147" fmla="*/ 1297822 h 1357700"/>
              <a:gd name="connsiteX148" fmla="*/ 0 w 10678681"/>
              <a:gd name="connsiteY148" fmla="*/ 1294612 h 1357700"/>
              <a:gd name="connsiteX149" fmla="*/ 0 w 10678681"/>
              <a:gd name="connsiteY149"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98313 w 10678681"/>
              <a:gd name="connsiteY65" fmla="*/ 1063249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64639 w 10678681"/>
              <a:gd name="connsiteY65" fmla="*/ 1017831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82280 w 10678681"/>
              <a:gd name="connsiteY38" fmla="*/ 712868 h 1357700"/>
              <a:gd name="connsiteX39" fmla="*/ 7730518 w 10678681"/>
              <a:gd name="connsiteY39" fmla="*/ 739526 h 1357700"/>
              <a:gd name="connsiteX40" fmla="*/ 7652907 w 10678681"/>
              <a:gd name="connsiteY40" fmla="*/ 783273 h 1357700"/>
              <a:gd name="connsiteX41" fmla="*/ 7606008 w 10678681"/>
              <a:gd name="connsiteY41" fmla="*/ 800717 h 1357700"/>
              <a:gd name="connsiteX42" fmla="*/ 7480223 w 10678681"/>
              <a:gd name="connsiteY42" fmla="*/ 856821 h 1357700"/>
              <a:gd name="connsiteX43" fmla="*/ 7356005 w 10678681"/>
              <a:gd name="connsiteY43" fmla="*/ 919462 h 1357700"/>
              <a:gd name="connsiteX44" fmla="*/ 7305396 w 10678681"/>
              <a:gd name="connsiteY44" fmla="*/ 986228 h 1357700"/>
              <a:gd name="connsiteX45" fmla="*/ 7298314 w 10678681"/>
              <a:gd name="connsiteY45" fmla="*/ 989899 h 1357700"/>
              <a:gd name="connsiteX46" fmla="*/ 7277477 w 10678681"/>
              <a:gd name="connsiteY46" fmla="*/ 990571 h 1357700"/>
              <a:gd name="connsiteX47" fmla="*/ 7269396 w 10678681"/>
              <a:gd name="connsiteY47" fmla="*/ 989282 h 1357700"/>
              <a:gd name="connsiteX48" fmla="*/ 7258094 w 10678681"/>
              <a:gd name="connsiteY48" fmla="*/ 990679 h 1357700"/>
              <a:gd name="connsiteX49" fmla="*/ 7257893 w 10678681"/>
              <a:gd name="connsiteY49" fmla="*/ 991204 h 1357700"/>
              <a:gd name="connsiteX50" fmla="*/ 7247153 w 10678681"/>
              <a:gd name="connsiteY50" fmla="*/ 991550 h 1357700"/>
              <a:gd name="connsiteX51" fmla="*/ 7193612 w 10678681"/>
              <a:gd name="connsiteY51" fmla="*/ 987042 h 1357700"/>
              <a:gd name="connsiteX52" fmla="*/ 7132632 w 10678681"/>
              <a:gd name="connsiteY52" fmla="*/ 1042036 h 1357700"/>
              <a:gd name="connsiteX53" fmla="*/ 7105610 w 10678681"/>
              <a:gd name="connsiteY53" fmla="*/ 1053537 h 1357700"/>
              <a:gd name="connsiteX54" fmla="*/ 7091599 w 10678681"/>
              <a:gd name="connsiteY54" fmla="*/ 1062302 h 1357700"/>
              <a:gd name="connsiteX55" fmla="*/ 7090998 w 10678681"/>
              <a:gd name="connsiteY55" fmla="*/ 1064540 h 1357700"/>
              <a:gd name="connsiteX56" fmla="*/ 7039634 w 10678681"/>
              <a:gd name="connsiteY56" fmla="*/ 1059971 h 1357700"/>
              <a:gd name="connsiteX57" fmla="*/ 7033445 w 10678681"/>
              <a:gd name="connsiteY57" fmla="*/ 1063314 h 1357700"/>
              <a:gd name="connsiteX58" fmla="*/ 6999157 w 10678681"/>
              <a:gd name="connsiteY58" fmla="*/ 1055282 h 1357700"/>
              <a:gd name="connsiteX59" fmla="*/ 6981874 w 10678681"/>
              <a:gd name="connsiteY59" fmla="*/ 1053827 h 1357700"/>
              <a:gd name="connsiteX60" fmla="*/ 6976102 w 10678681"/>
              <a:gd name="connsiteY60" fmla="*/ 1047854 h 1357700"/>
              <a:gd name="connsiteX61" fmla="*/ 6951040 w 10678681"/>
              <a:gd name="connsiteY61" fmla="*/ 1048531 h 1357700"/>
              <a:gd name="connsiteX62" fmla="*/ 6948497 w 10678681"/>
              <a:gd name="connsiteY62" fmla="*/ 1050706 h 1357700"/>
              <a:gd name="connsiteX63" fmla="*/ 6926582 w 10678681"/>
              <a:gd name="connsiteY63" fmla="*/ 1043462 h 1357700"/>
              <a:gd name="connsiteX64" fmla="*/ 6833743 w 10678681"/>
              <a:gd name="connsiteY64" fmla="*/ 1027960 h 1357700"/>
              <a:gd name="connsiteX65" fmla="*/ 6687090 w 10678681"/>
              <a:gd name="connsiteY65" fmla="*/ 1063250 h 1357700"/>
              <a:gd name="connsiteX66" fmla="*/ 6437450 w 10678681"/>
              <a:gd name="connsiteY66" fmla="*/ 1101075 h 1357700"/>
              <a:gd name="connsiteX67" fmla="*/ 6327795 w 10678681"/>
              <a:gd name="connsiteY67" fmla="*/ 1088142 h 1357700"/>
              <a:gd name="connsiteX68" fmla="*/ 6136549 w 10678681"/>
              <a:gd name="connsiteY68" fmla="*/ 1100268 h 1357700"/>
              <a:gd name="connsiteX69" fmla="*/ 6004655 w 10678681"/>
              <a:gd name="connsiteY69" fmla="*/ 1114946 h 1357700"/>
              <a:gd name="connsiteX70" fmla="*/ 5936643 w 10678681"/>
              <a:gd name="connsiteY70" fmla="*/ 1095428 h 1357700"/>
              <a:gd name="connsiteX71" fmla="*/ 5912484 w 10678681"/>
              <a:gd name="connsiteY71" fmla="*/ 1112624 h 1357700"/>
              <a:gd name="connsiteX72" fmla="*/ 5908387 w 10678681"/>
              <a:gd name="connsiteY72" fmla="*/ 1116018 h 1357700"/>
              <a:gd name="connsiteX73" fmla="*/ 5890495 w 10678681"/>
              <a:gd name="connsiteY73" fmla="*/ 1120268 h 1357700"/>
              <a:gd name="connsiteX74" fmla="*/ 5887318 w 10678681"/>
              <a:gd name="connsiteY74" fmla="*/ 1133134 h 1357700"/>
              <a:gd name="connsiteX75" fmla="*/ 5861726 w 10678681"/>
              <a:gd name="connsiteY75" fmla="*/ 1147891 h 1357700"/>
              <a:gd name="connsiteX76" fmla="*/ 5805823 w 10678681"/>
              <a:gd name="connsiteY76" fmla="*/ 1152457 h 1357700"/>
              <a:gd name="connsiteX77" fmla="*/ 5689841 w 10678681"/>
              <a:gd name="connsiteY77" fmla="*/ 1176232 h 1357700"/>
              <a:gd name="connsiteX78" fmla="*/ 5605119 w 10678681"/>
              <a:gd name="connsiteY78" fmla="*/ 1190202 h 1357700"/>
              <a:gd name="connsiteX79" fmla="*/ 5488513 w 10678681"/>
              <a:gd name="connsiteY79" fmla="*/ 1205367 h 1357700"/>
              <a:gd name="connsiteX80" fmla="*/ 5402905 w 10678681"/>
              <a:gd name="connsiteY80" fmla="*/ 1241191 h 1357700"/>
              <a:gd name="connsiteX81" fmla="*/ 5285593 w 10678681"/>
              <a:gd name="connsiteY81" fmla="*/ 1273569 h 1357700"/>
              <a:gd name="connsiteX82" fmla="*/ 5192893 w 10678681"/>
              <a:gd name="connsiteY82" fmla="*/ 1247188 h 1357700"/>
              <a:gd name="connsiteX83" fmla="*/ 5186475 w 10678681"/>
              <a:gd name="connsiteY83" fmla="*/ 1257028 h 1357700"/>
              <a:gd name="connsiteX84" fmla="*/ 5126038 w 10678681"/>
              <a:gd name="connsiteY84" fmla="*/ 1263189 h 1357700"/>
              <a:gd name="connsiteX85" fmla="*/ 4894688 w 10678681"/>
              <a:gd name="connsiteY85" fmla="*/ 1247184 h 1357700"/>
              <a:gd name="connsiteX86" fmla="*/ 4788036 w 10678681"/>
              <a:gd name="connsiteY86" fmla="*/ 1238182 h 1357700"/>
              <a:gd name="connsiteX87" fmla="*/ 4747555 w 10678681"/>
              <a:gd name="connsiteY87" fmla="*/ 1252768 h 1357700"/>
              <a:gd name="connsiteX88" fmla="*/ 4679644 w 10678681"/>
              <a:gd name="connsiteY88" fmla="*/ 1276603 h 1357700"/>
              <a:gd name="connsiteX89" fmla="*/ 4632222 w 10678681"/>
              <a:gd name="connsiteY89" fmla="*/ 1318360 h 1357700"/>
              <a:gd name="connsiteX90" fmla="*/ 4617358 w 10678681"/>
              <a:gd name="connsiteY90" fmla="*/ 1327690 h 1357700"/>
              <a:gd name="connsiteX91" fmla="*/ 4589102 w 10678681"/>
              <a:gd name="connsiteY91" fmla="*/ 1321223 h 1357700"/>
              <a:gd name="connsiteX92" fmla="*/ 4578184 w 10678681"/>
              <a:gd name="connsiteY92" fmla="*/ 1326745 h 1357700"/>
              <a:gd name="connsiteX93" fmla="*/ 4574270 w 10678681"/>
              <a:gd name="connsiteY93" fmla="*/ 1325878 h 1357700"/>
              <a:gd name="connsiteX94" fmla="*/ 4564919 w 10678681"/>
              <a:gd name="connsiteY94" fmla="*/ 1325507 h 1357700"/>
              <a:gd name="connsiteX95" fmla="*/ 4566586 w 10678681"/>
              <a:gd name="connsiteY95" fmla="*/ 1316963 h 1357700"/>
              <a:gd name="connsiteX96" fmla="*/ 4556303 w 10678681"/>
              <a:gd name="connsiteY96" fmla="*/ 1300262 h 1357700"/>
              <a:gd name="connsiteX97" fmla="*/ 4502358 w 10678681"/>
              <a:gd name="connsiteY97" fmla="*/ 1302558 h 1357700"/>
              <a:gd name="connsiteX98" fmla="*/ 4498919 w 10678681"/>
              <a:gd name="connsiteY98" fmla="*/ 1312115 h 1357700"/>
              <a:gd name="connsiteX99" fmla="*/ 4492075 w 10678681"/>
              <a:gd name="connsiteY99" fmla="*/ 1313357 h 1357700"/>
              <a:gd name="connsiteX100" fmla="*/ 4487466 w 10678681"/>
              <a:gd name="connsiteY100" fmla="*/ 1304102 h 1357700"/>
              <a:gd name="connsiteX101" fmla="*/ 4398292 w 10678681"/>
              <a:gd name="connsiteY101" fmla="*/ 1278410 h 1357700"/>
              <a:gd name="connsiteX102" fmla="*/ 4306088 w 10678681"/>
              <a:gd name="connsiteY102" fmla="*/ 1282512 h 1357700"/>
              <a:gd name="connsiteX103" fmla="*/ 4188995 w 10678681"/>
              <a:gd name="connsiteY103" fmla="*/ 1296718 h 1357700"/>
              <a:gd name="connsiteX104" fmla="*/ 4136582 w 10678681"/>
              <a:gd name="connsiteY104" fmla="*/ 1287687 h 1357700"/>
              <a:gd name="connsiteX105" fmla="*/ 4064614 w 10678681"/>
              <a:gd name="connsiteY105" fmla="*/ 1296118 h 1357700"/>
              <a:gd name="connsiteX106" fmla="*/ 3906561 w 10678681"/>
              <a:gd name="connsiteY106" fmla="*/ 1352435 h 1357700"/>
              <a:gd name="connsiteX107" fmla="*/ 3787890 w 10678681"/>
              <a:gd name="connsiteY107" fmla="*/ 1352442 h 1357700"/>
              <a:gd name="connsiteX108" fmla="*/ 3745993 w 10678681"/>
              <a:gd name="connsiteY108" fmla="*/ 1342630 h 1357700"/>
              <a:gd name="connsiteX109" fmla="*/ 3675785 w 10678681"/>
              <a:gd name="connsiteY109" fmla="*/ 1326802 h 1357700"/>
              <a:gd name="connsiteX110" fmla="*/ 3623856 w 10678681"/>
              <a:gd name="connsiteY110" fmla="*/ 1290804 h 1357700"/>
              <a:gd name="connsiteX111" fmla="*/ 3564933 w 10678681"/>
              <a:gd name="connsiteY111" fmla="*/ 1287147 h 1357700"/>
              <a:gd name="connsiteX112" fmla="*/ 3550537 w 10678681"/>
              <a:gd name="connsiteY112" fmla="*/ 1317552 h 1357700"/>
              <a:gd name="connsiteX113" fmla="*/ 3487736 w 10678681"/>
              <a:gd name="connsiteY113" fmla="*/ 1303493 h 1357700"/>
              <a:gd name="connsiteX114" fmla="*/ 3392548 w 10678681"/>
              <a:gd name="connsiteY114" fmla="*/ 1278741 h 1357700"/>
              <a:gd name="connsiteX115" fmla="*/ 3337466 w 10678681"/>
              <a:gd name="connsiteY115" fmla="*/ 1272537 h 1357700"/>
              <a:gd name="connsiteX116" fmla="*/ 3187206 w 10678681"/>
              <a:gd name="connsiteY116" fmla="*/ 1246821 h 1357700"/>
              <a:gd name="connsiteX117" fmla="*/ 3036856 w 10678681"/>
              <a:gd name="connsiteY117" fmla="*/ 1214383 h 1357700"/>
              <a:gd name="connsiteX118" fmla="*/ 2948654 w 10678681"/>
              <a:gd name="connsiteY118" fmla="*/ 1157455 h 1357700"/>
              <a:gd name="connsiteX119" fmla="*/ 2824973 w 10678681"/>
              <a:gd name="connsiteY119" fmla="*/ 1134864 h 1357700"/>
              <a:gd name="connsiteX120" fmla="*/ 2804398 w 10678681"/>
              <a:gd name="connsiteY120" fmla="*/ 1125556 h 1357700"/>
              <a:gd name="connsiteX121" fmla="*/ 2775396 w 10678681"/>
              <a:gd name="connsiteY121" fmla="*/ 1130148 h 1357700"/>
              <a:gd name="connsiteX122" fmla="*/ 2659096 w 10678681"/>
              <a:gd name="connsiteY122" fmla="*/ 1150294 h 1357700"/>
              <a:gd name="connsiteX123" fmla="*/ 2567088 w 10678681"/>
              <a:gd name="connsiteY123" fmla="*/ 1181781 h 1357700"/>
              <a:gd name="connsiteX124" fmla="*/ 2454501 w 10678681"/>
              <a:gd name="connsiteY124" fmla="*/ 1155455 h 1357700"/>
              <a:gd name="connsiteX125" fmla="*/ 2385161 w 10678681"/>
              <a:gd name="connsiteY125" fmla="*/ 1161312 h 1357700"/>
              <a:gd name="connsiteX126" fmla="*/ 2270528 w 10678681"/>
              <a:gd name="connsiteY126" fmla="*/ 1204338 h 1357700"/>
              <a:gd name="connsiteX127" fmla="*/ 2121820 w 10678681"/>
              <a:gd name="connsiteY127" fmla="*/ 1187078 h 1357700"/>
              <a:gd name="connsiteX128" fmla="*/ 2092716 w 10678681"/>
              <a:gd name="connsiteY128" fmla="*/ 1139224 h 1357700"/>
              <a:gd name="connsiteX129" fmla="*/ 2052449 w 10678681"/>
              <a:gd name="connsiteY129" fmla="*/ 1109687 h 1357700"/>
              <a:gd name="connsiteX130" fmla="*/ 2032607 w 10678681"/>
              <a:gd name="connsiteY130" fmla="*/ 1175477 h 1357700"/>
              <a:gd name="connsiteX131" fmla="*/ 1901837 w 10678681"/>
              <a:gd name="connsiteY131" fmla="*/ 1221762 h 1357700"/>
              <a:gd name="connsiteX132" fmla="*/ 1836762 w 10678681"/>
              <a:gd name="connsiteY132" fmla="*/ 1237387 h 1357700"/>
              <a:gd name="connsiteX133" fmla="*/ 1735877 w 10678681"/>
              <a:gd name="connsiteY133" fmla="*/ 1246527 h 1357700"/>
              <a:gd name="connsiteX134" fmla="*/ 1705069 w 10678681"/>
              <a:gd name="connsiteY134" fmla="*/ 1251989 h 1357700"/>
              <a:gd name="connsiteX135" fmla="*/ 1397689 w 10678681"/>
              <a:gd name="connsiteY135" fmla="*/ 1336144 h 1357700"/>
              <a:gd name="connsiteX136" fmla="*/ 1220734 w 10678681"/>
              <a:gd name="connsiteY136" fmla="*/ 1257811 h 1357700"/>
              <a:gd name="connsiteX137" fmla="*/ 1021737 w 10678681"/>
              <a:gd name="connsiteY137" fmla="*/ 1238739 h 1357700"/>
              <a:gd name="connsiteX138" fmla="*/ 959820 w 10678681"/>
              <a:gd name="connsiteY138" fmla="*/ 1275863 h 1357700"/>
              <a:gd name="connsiteX139" fmla="*/ 929137 w 10678681"/>
              <a:gd name="connsiteY139" fmla="*/ 1273957 h 1357700"/>
              <a:gd name="connsiteX140" fmla="*/ 878849 w 10678681"/>
              <a:gd name="connsiteY140" fmla="*/ 1266740 h 1357700"/>
              <a:gd name="connsiteX141" fmla="*/ 800667 w 10678681"/>
              <a:gd name="connsiteY141" fmla="*/ 1282041 h 1357700"/>
              <a:gd name="connsiteX142" fmla="*/ 644906 w 10678681"/>
              <a:gd name="connsiteY142" fmla="*/ 1273685 h 1357700"/>
              <a:gd name="connsiteX143" fmla="*/ 379869 w 10678681"/>
              <a:gd name="connsiteY143" fmla="*/ 1339165 h 1357700"/>
              <a:gd name="connsiteX144" fmla="*/ 137696 w 10678681"/>
              <a:gd name="connsiteY144" fmla="*/ 1319217 h 1357700"/>
              <a:gd name="connsiteX145" fmla="*/ 54250 w 10678681"/>
              <a:gd name="connsiteY145" fmla="*/ 1315838 h 1357700"/>
              <a:gd name="connsiteX146" fmla="*/ 28042 w 10678681"/>
              <a:gd name="connsiteY146" fmla="*/ 1297822 h 1357700"/>
              <a:gd name="connsiteX147" fmla="*/ 0 w 10678681"/>
              <a:gd name="connsiteY147" fmla="*/ 1294612 h 1357700"/>
              <a:gd name="connsiteX148" fmla="*/ 0 w 10678681"/>
              <a:gd name="connsiteY148"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98314 w 10678681"/>
              <a:gd name="connsiteY44" fmla="*/ 989899 h 1357700"/>
              <a:gd name="connsiteX45" fmla="*/ 7277477 w 10678681"/>
              <a:gd name="connsiteY45" fmla="*/ 990571 h 1357700"/>
              <a:gd name="connsiteX46" fmla="*/ 7269396 w 10678681"/>
              <a:gd name="connsiteY46" fmla="*/ 989282 h 1357700"/>
              <a:gd name="connsiteX47" fmla="*/ 7258094 w 10678681"/>
              <a:gd name="connsiteY47" fmla="*/ 990679 h 1357700"/>
              <a:gd name="connsiteX48" fmla="*/ 7257893 w 10678681"/>
              <a:gd name="connsiteY48" fmla="*/ 991204 h 1357700"/>
              <a:gd name="connsiteX49" fmla="*/ 7247153 w 10678681"/>
              <a:gd name="connsiteY49" fmla="*/ 991550 h 1357700"/>
              <a:gd name="connsiteX50" fmla="*/ 7193612 w 10678681"/>
              <a:gd name="connsiteY50" fmla="*/ 987042 h 1357700"/>
              <a:gd name="connsiteX51" fmla="*/ 7132632 w 10678681"/>
              <a:gd name="connsiteY51" fmla="*/ 1042036 h 1357700"/>
              <a:gd name="connsiteX52" fmla="*/ 7105610 w 10678681"/>
              <a:gd name="connsiteY52" fmla="*/ 1053537 h 1357700"/>
              <a:gd name="connsiteX53" fmla="*/ 7091599 w 10678681"/>
              <a:gd name="connsiteY53" fmla="*/ 1062302 h 1357700"/>
              <a:gd name="connsiteX54" fmla="*/ 7090998 w 10678681"/>
              <a:gd name="connsiteY54" fmla="*/ 1064540 h 1357700"/>
              <a:gd name="connsiteX55" fmla="*/ 7039634 w 10678681"/>
              <a:gd name="connsiteY55" fmla="*/ 1059971 h 1357700"/>
              <a:gd name="connsiteX56" fmla="*/ 7033445 w 10678681"/>
              <a:gd name="connsiteY56" fmla="*/ 1063314 h 1357700"/>
              <a:gd name="connsiteX57" fmla="*/ 6999157 w 10678681"/>
              <a:gd name="connsiteY57" fmla="*/ 1055282 h 1357700"/>
              <a:gd name="connsiteX58" fmla="*/ 6981874 w 10678681"/>
              <a:gd name="connsiteY58" fmla="*/ 1053827 h 1357700"/>
              <a:gd name="connsiteX59" fmla="*/ 6976102 w 10678681"/>
              <a:gd name="connsiteY59" fmla="*/ 1047854 h 1357700"/>
              <a:gd name="connsiteX60" fmla="*/ 6951040 w 10678681"/>
              <a:gd name="connsiteY60" fmla="*/ 1048531 h 1357700"/>
              <a:gd name="connsiteX61" fmla="*/ 6948497 w 10678681"/>
              <a:gd name="connsiteY61" fmla="*/ 1050706 h 1357700"/>
              <a:gd name="connsiteX62" fmla="*/ 6926582 w 10678681"/>
              <a:gd name="connsiteY62" fmla="*/ 1043462 h 1357700"/>
              <a:gd name="connsiteX63" fmla="*/ 6833743 w 10678681"/>
              <a:gd name="connsiteY63" fmla="*/ 1027960 h 1357700"/>
              <a:gd name="connsiteX64" fmla="*/ 6687090 w 10678681"/>
              <a:gd name="connsiteY64" fmla="*/ 1063250 h 1357700"/>
              <a:gd name="connsiteX65" fmla="*/ 6437450 w 10678681"/>
              <a:gd name="connsiteY65" fmla="*/ 1101075 h 1357700"/>
              <a:gd name="connsiteX66" fmla="*/ 6327795 w 10678681"/>
              <a:gd name="connsiteY66" fmla="*/ 1088142 h 1357700"/>
              <a:gd name="connsiteX67" fmla="*/ 6136549 w 10678681"/>
              <a:gd name="connsiteY67" fmla="*/ 1100268 h 1357700"/>
              <a:gd name="connsiteX68" fmla="*/ 6004655 w 10678681"/>
              <a:gd name="connsiteY68" fmla="*/ 1114946 h 1357700"/>
              <a:gd name="connsiteX69" fmla="*/ 5936643 w 10678681"/>
              <a:gd name="connsiteY69" fmla="*/ 1095428 h 1357700"/>
              <a:gd name="connsiteX70" fmla="*/ 5912484 w 10678681"/>
              <a:gd name="connsiteY70" fmla="*/ 1112624 h 1357700"/>
              <a:gd name="connsiteX71" fmla="*/ 5908387 w 10678681"/>
              <a:gd name="connsiteY71" fmla="*/ 1116018 h 1357700"/>
              <a:gd name="connsiteX72" fmla="*/ 5890495 w 10678681"/>
              <a:gd name="connsiteY72" fmla="*/ 1120268 h 1357700"/>
              <a:gd name="connsiteX73" fmla="*/ 5887318 w 10678681"/>
              <a:gd name="connsiteY73" fmla="*/ 1133134 h 1357700"/>
              <a:gd name="connsiteX74" fmla="*/ 5861726 w 10678681"/>
              <a:gd name="connsiteY74" fmla="*/ 1147891 h 1357700"/>
              <a:gd name="connsiteX75" fmla="*/ 5805823 w 10678681"/>
              <a:gd name="connsiteY75" fmla="*/ 1152457 h 1357700"/>
              <a:gd name="connsiteX76" fmla="*/ 5689841 w 10678681"/>
              <a:gd name="connsiteY76" fmla="*/ 1176232 h 1357700"/>
              <a:gd name="connsiteX77" fmla="*/ 5605119 w 10678681"/>
              <a:gd name="connsiteY77" fmla="*/ 1190202 h 1357700"/>
              <a:gd name="connsiteX78" fmla="*/ 5488513 w 10678681"/>
              <a:gd name="connsiteY78" fmla="*/ 1205367 h 1357700"/>
              <a:gd name="connsiteX79" fmla="*/ 5402905 w 10678681"/>
              <a:gd name="connsiteY79" fmla="*/ 1241191 h 1357700"/>
              <a:gd name="connsiteX80" fmla="*/ 5285593 w 10678681"/>
              <a:gd name="connsiteY80" fmla="*/ 1273569 h 1357700"/>
              <a:gd name="connsiteX81" fmla="*/ 5192893 w 10678681"/>
              <a:gd name="connsiteY81" fmla="*/ 1247188 h 1357700"/>
              <a:gd name="connsiteX82" fmla="*/ 5186475 w 10678681"/>
              <a:gd name="connsiteY82" fmla="*/ 1257028 h 1357700"/>
              <a:gd name="connsiteX83" fmla="*/ 5126038 w 10678681"/>
              <a:gd name="connsiteY83" fmla="*/ 1263189 h 1357700"/>
              <a:gd name="connsiteX84" fmla="*/ 4894688 w 10678681"/>
              <a:gd name="connsiteY84" fmla="*/ 1247184 h 1357700"/>
              <a:gd name="connsiteX85" fmla="*/ 4788036 w 10678681"/>
              <a:gd name="connsiteY85" fmla="*/ 1238182 h 1357700"/>
              <a:gd name="connsiteX86" fmla="*/ 4747555 w 10678681"/>
              <a:gd name="connsiteY86" fmla="*/ 1252768 h 1357700"/>
              <a:gd name="connsiteX87" fmla="*/ 4679644 w 10678681"/>
              <a:gd name="connsiteY87" fmla="*/ 1276603 h 1357700"/>
              <a:gd name="connsiteX88" fmla="*/ 4632222 w 10678681"/>
              <a:gd name="connsiteY88" fmla="*/ 1318360 h 1357700"/>
              <a:gd name="connsiteX89" fmla="*/ 4617358 w 10678681"/>
              <a:gd name="connsiteY89" fmla="*/ 1327690 h 1357700"/>
              <a:gd name="connsiteX90" fmla="*/ 4589102 w 10678681"/>
              <a:gd name="connsiteY90" fmla="*/ 1321223 h 1357700"/>
              <a:gd name="connsiteX91" fmla="*/ 4578184 w 10678681"/>
              <a:gd name="connsiteY91" fmla="*/ 1326745 h 1357700"/>
              <a:gd name="connsiteX92" fmla="*/ 4574270 w 10678681"/>
              <a:gd name="connsiteY92" fmla="*/ 1325878 h 1357700"/>
              <a:gd name="connsiteX93" fmla="*/ 4564919 w 10678681"/>
              <a:gd name="connsiteY93" fmla="*/ 1325507 h 1357700"/>
              <a:gd name="connsiteX94" fmla="*/ 4566586 w 10678681"/>
              <a:gd name="connsiteY94" fmla="*/ 1316963 h 1357700"/>
              <a:gd name="connsiteX95" fmla="*/ 4556303 w 10678681"/>
              <a:gd name="connsiteY95" fmla="*/ 1300262 h 1357700"/>
              <a:gd name="connsiteX96" fmla="*/ 4502358 w 10678681"/>
              <a:gd name="connsiteY96" fmla="*/ 1302558 h 1357700"/>
              <a:gd name="connsiteX97" fmla="*/ 4498919 w 10678681"/>
              <a:gd name="connsiteY97" fmla="*/ 1312115 h 1357700"/>
              <a:gd name="connsiteX98" fmla="*/ 4492075 w 10678681"/>
              <a:gd name="connsiteY98" fmla="*/ 1313357 h 1357700"/>
              <a:gd name="connsiteX99" fmla="*/ 4487466 w 10678681"/>
              <a:gd name="connsiteY99" fmla="*/ 1304102 h 1357700"/>
              <a:gd name="connsiteX100" fmla="*/ 4398292 w 10678681"/>
              <a:gd name="connsiteY100" fmla="*/ 1278410 h 1357700"/>
              <a:gd name="connsiteX101" fmla="*/ 4306088 w 10678681"/>
              <a:gd name="connsiteY101" fmla="*/ 1282512 h 1357700"/>
              <a:gd name="connsiteX102" fmla="*/ 4188995 w 10678681"/>
              <a:gd name="connsiteY102" fmla="*/ 1296718 h 1357700"/>
              <a:gd name="connsiteX103" fmla="*/ 4136582 w 10678681"/>
              <a:gd name="connsiteY103" fmla="*/ 1287687 h 1357700"/>
              <a:gd name="connsiteX104" fmla="*/ 4064614 w 10678681"/>
              <a:gd name="connsiteY104" fmla="*/ 1296118 h 1357700"/>
              <a:gd name="connsiteX105" fmla="*/ 3906561 w 10678681"/>
              <a:gd name="connsiteY105" fmla="*/ 1352435 h 1357700"/>
              <a:gd name="connsiteX106" fmla="*/ 3787890 w 10678681"/>
              <a:gd name="connsiteY106" fmla="*/ 1352442 h 1357700"/>
              <a:gd name="connsiteX107" fmla="*/ 3745993 w 10678681"/>
              <a:gd name="connsiteY107" fmla="*/ 1342630 h 1357700"/>
              <a:gd name="connsiteX108" fmla="*/ 3675785 w 10678681"/>
              <a:gd name="connsiteY108" fmla="*/ 1326802 h 1357700"/>
              <a:gd name="connsiteX109" fmla="*/ 3623856 w 10678681"/>
              <a:gd name="connsiteY109" fmla="*/ 1290804 h 1357700"/>
              <a:gd name="connsiteX110" fmla="*/ 3564933 w 10678681"/>
              <a:gd name="connsiteY110" fmla="*/ 1287147 h 1357700"/>
              <a:gd name="connsiteX111" fmla="*/ 3550537 w 10678681"/>
              <a:gd name="connsiteY111" fmla="*/ 1317552 h 1357700"/>
              <a:gd name="connsiteX112" fmla="*/ 3487736 w 10678681"/>
              <a:gd name="connsiteY112" fmla="*/ 1303493 h 1357700"/>
              <a:gd name="connsiteX113" fmla="*/ 3392548 w 10678681"/>
              <a:gd name="connsiteY113" fmla="*/ 1278741 h 1357700"/>
              <a:gd name="connsiteX114" fmla="*/ 3337466 w 10678681"/>
              <a:gd name="connsiteY114" fmla="*/ 1272537 h 1357700"/>
              <a:gd name="connsiteX115" fmla="*/ 3187206 w 10678681"/>
              <a:gd name="connsiteY115" fmla="*/ 1246821 h 1357700"/>
              <a:gd name="connsiteX116" fmla="*/ 3036856 w 10678681"/>
              <a:gd name="connsiteY116" fmla="*/ 1214383 h 1357700"/>
              <a:gd name="connsiteX117" fmla="*/ 2948654 w 10678681"/>
              <a:gd name="connsiteY117" fmla="*/ 1157455 h 1357700"/>
              <a:gd name="connsiteX118" fmla="*/ 2824973 w 10678681"/>
              <a:gd name="connsiteY118" fmla="*/ 1134864 h 1357700"/>
              <a:gd name="connsiteX119" fmla="*/ 2804398 w 10678681"/>
              <a:gd name="connsiteY119" fmla="*/ 1125556 h 1357700"/>
              <a:gd name="connsiteX120" fmla="*/ 2775396 w 10678681"/>
              <a:gd name="connsiteY120" fmla="*/ 1130148 h 1357700"/>
              <a:gd name="connsiteX121" fmla="*/ 2659096 w 10678681"/>
              <a:gd name="connsiteY121" fmla="*/ 1150294 h 1357700"/>
              <a:gd name="connsiteX122" fmla="*/ 2567088 w 10678681"/>
              <a:gd name="connsiteY122" fmla="*/ 1181781 h 1357700"/>
              <a:gd name="connsiteX123" fmla="*/ 2454501 w 10678681"/>
              <a:gd name="connsiteY123" fmla="*/ 1155455 h 1357700"/>
              <a:gd name="connsiteX124" fmla="*/ 2385161 w 10678681"/>
              <a:gd name="connsiteY124" fmla="*/ 1161312 h 1357700"/>
              <a:gd name="connsiteX125" fmla="*/ 2270528 w 10678681"/>
              <a:gd name="connsiteY125" fmla="*/ 1204338 h 1357700"/>
              <a:gd name="connsiteX126" fmla="*/ 2121820 w 10678681"/>
              <a:gd name="connsiteY126" fmla="*/ 1187078 h 1357700"/>
              <a:gd name="connsiteX127" fmla="*/ 2092716 w 10678681"/>
              <a:gd name="connsiteY127" fmla="*/ 1139224 h 1357700"/>
              <a:gd name="connsiteX128" fmla="*/ 2052449 w 10678681"/>
              <a:gd name="connsiteY128" fmla="*/ 1109687 h 1357700"/>
              <a:gd name="connsiteX129" fmla="*/ 2032607 w 10678681"/>
              <a:gd name="connsiteY129" fmla="*/ 1175477 h 1357700"/>
              <a:gd name="connsiteX130" fmla="*/ 1901837 w 10678681"/>
              <a:gd name="connsiteY130" fmla="*/ 1221762 h 1357700"/>
              <a:gd name="connsiteX131" fmla="*/ 1836762 w 10678681"/>
              <a:gd name="connsiteY131" fmla="*/ 1237387 h 1357700"/>
              <a:gd name="connsiteX132" fmla="*/ 1735877 w 10678681"/>
              <a:gd name="connsiteY132" fmla="*/ 1246527 h 1357700"/>
              <a:gd name="connsiteX133" fmla="*/ 1705069 w 10678681"/>
              <a:gd name="connsiteY133" fmla="*/ 1251989 h 1357700"/>
              <a:gd name="connsiteX134" fmla="*/ 1397689 w 10678681"/>
              <a:gd name="connsiteY134" fmla="*/ 1336144 h 1357700"/>
              <a:gd name="connsiteX135" fmla="*/ 1220734 w 10678681"/>
              <a:gd name="connsiteY135" fmla="*/ 1257811 h 1357700"/>
              <a:gd name="connsiteX136" fmla="*/ 1021737 w 10678681"/>
              <a:gd name="connsiteY136" fmla="*/ 1238739 h 1357700"/>
              <a:gd name="connsiteX137" fmla="*/ 959820 w 10678681"/>
              <a:gd name="connsiteY137" fmla="*/ 1275863 h 1357700"/>
              <a:gd name="connsiteX138" fmla="*/ 929137 w 10678681"/>
              <a:gd name="connsiteY138" fmla="*/ 1273957 h 1357700"/>
              <a:gd name="connsiteX139" fmla="*/ 878849 w 10678681"/>
              <a:gd name="connsiteY139" fmla="*/ 1266740 h 1357700"/>
              <a:gd name="connsiteX140" fmla="*/ 800667 w 10678681"/>
              <a:gd name="connsiteY140" fmla="*/ 1282041 h 1357700"/>
              <a:gd name="connsiteX141" fmla="*/ 644906 w 10678681"/>
              <a:gd name="connsiteY141" fmla="*/ 1273685 h 1357700"/>
              <a:gd name="connsiteX142" fmla="*/ 379869 w 10678681"/>
              <a:gd name="connsiteY142" fmla="*/ 1339165 h 1357700"/>
              <a:gd name="connsiteX143" fmla="*/ 137696 w 10678681"/>
              <a:gd name="connsiteY143" fmla="*/ 1319217 h 1357700"/>
              <a:gd name="connsiteX144" fmla="*/ 54250 w 10678681"/>
              <a:gd name="connsiteY144" fmla="*/ 1315838 h 1357700"/>
              <a:gd name="connsiteX145" fmla="*/ 28042 w 10678681"/>
              <a:gd name="connsiteY145" fmla="*/ 1297822 h 1357700"/>
              <a:gd name="connsiteX146" fmla="*/ 0 w 10678681"/>
              <a:gd name="connsiteY146" fmla="*/ 1294612 h 1357700"/>
              <a:gd name="connsiteX147" fmla="*/ 0 w 10678681"/>
              <a:gd name="connsiteY147"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90998 w 10678681"/>
              <a:gd name="connsiteY53" fmla="*/ 1064540 h 1357700"/>
              <a:gd name="connsiteX54" fmla="*/ 7039634 w 10678681"/>
              <a:gd name="connsiteY54" fmla="*/ 1059971 h 1357700"/>
              <a:gd name="connsiteX55" fmla="*/ 7033445 w 10678681"/>
              <a:gd name="connsiteY55" fmla="*/ 1063314 h 1357700"/>
              <a:gd name="connsiteX56" fmla="*/ 6999157 w 10678681"/>
              <a:gd name="connsiteY56" fmla="*/ 1055282 h 1357700"/>
              <a:gd name="connsiteX57" fmla="*/ 6981874 w 10678681"/>
              <a:gd name="connsiteY57" fmla="*/ 1053827 h 1357700"/>
              <a:gd name="connsiteX58" fmla="*/ 6976102 w 10678681"/>
              <a:gd name="connsiteY58" fmla="*/ 1047854 h 1357700"/>
              <a:gd name="connsiteX59" fmla="*/ 6951040 w 10678681"/>
              <a:gd name="connsiteY59" fmla="*/ 1048531 h 1357700"/>
              <a:gd name="connsiteX60" fmla="*/ 6948497 w 10678681"/>
              <a:gd name="connsiteY60" fmla="*/ 1050706 h 1357700"/>
              <a:gd name="connsiteX61" fmla="*/ 6926582 w 10678681"/>
              <a:gd name="connsiteY61" fmla="*/ 1043462 h 1357700"/>
              <a:gd name="connsiteX62" fmla="*/ 6833743 w 10678681"/>
              <a:gd name="connsiteY62" fmla="*/ 1027960 h 1357700"/>
              <a:gd name="connsiteX63" fmla="*/ 6687090 w 10678681"/>
              <a:gd name="connsiteY63" fmla="*/ 1063250 h 1357700"/>
              <a:gd name="connsiteX64" fmla="*/ 6437450 w 10678681"/>
              <a:gd name="connsiteY64" fmla="*/ 1101075 h 1357700"/>
              <a:gd name="connsiteX65" fmla="*/ 6327795 w 10678681"/>
              <a:gd name="connsiteY65" fmla="*/ 1088142 h 1357700"/>
              <a:gd name="connsiteX66" fmla="*/ 6136549 w 10678681"/>
              <a:gd name="connsiteY66" fmla="*/ 1100268 h 1357700"/>
              <a:gd name="connsiteX67" fmla="*/ 6004655 w 10678681"/>
              <a:gd name="connsiteY67" fmla="*/ 1114946 h 1357700"/>
              <a:gd name="connsiteX68" fmla="*/ 5936643 w 10678681"/>
              <a:gd name="connsiteY68" fmla="*/ 1095428 h 1357700"/>
              <a:gd name="connsiteX69" fmla="*/ 5912484 w 10678681"/>
              <a:gd name="connsiteY69" fmla="*/ 1112624 h 1357700"/>
              <a:gd name="connsiteX70" fmla="*/ 5908387 w 10678681"/>
              <a:gd name="connsiteY70" fmla="*/ 1116018 h 1357700"/>
              <a:gd name="connsiteX71" fmla="*/ 5890495 w 10678681"/>
              <a:gd name="connsiteY71" fmla="*/ 1120268 h 1357700"/>
              <a:gd name="connsiteX72" fmla="*/ 5887318 w 10678681"/>
              <a:gd name="connsiteY72" fmla="*/ 1133134 h 1357700"/>
              <a:gd name="connsiteX73" fmla="*/ 5861726 w 10678681"/>
              <a:gd name="connsiteY73" fmla="*/ 1147891 h 1357700"/>
              <a:gd name="connsiteX74" fmla="*/ 5805823 w 10678681"/>
              <a:gd name="connsiteY74" fmla="*/ 1152457 h 1357700"/>
              <a:gd name="connsiteX75" fmla="*/ 5689841 w 10678681"/>
              <a:gd name="connsiteY75" fmla="*/ 1176232 h 1357700"/>
              <a:gd name="connsiteX76" fmla="*/ 5605119 w 10678681"/>
              <a:gd name="connsiteY76" fmla="*/ 1190202 h 1357700"/>
              <a:gd name="connsiteX77" fmla="*/ 5488513 w 10678681"/>
              <a:gd name="connsiteY77" fmla="*/ 1205367 h 1357700"/>
              <a:gd name="connsiteX78" fmla="*/ 5402905 w 10678681"/>
              <a:gd name="connsiteY78" fmla="*/ 1241191 h 1357700"/>
              <a:gd name="connsiteX79" fmla="*/ 5285593 w 10678681"/>
              <a:gd name="connsiteY79" fmla="*/ 1273569 h 1357700"/>
              <a:gd name="connsiteX80" fmla="*/ 5192893 w 10678681"/>
              <a:gd name="connsiteY80" fmla="*/ 1247188 h 1357700"/>
              <a:gd name="connsiteX81" fmla="*/ 5186475 w 10678681"/>
              <a:gd name="connsiteY81" fmla="*/ 1257028 h 1357700"/>
              <a:gd name="connsiteX82" fmla="*/ 5126038 w 10678681"/>
              <a:gd name="connsiteY82" fmla="*/ 1263189 h 1357700"/>
              <a:gd name="connsiteX83" fmla="*/ 4894688 w 10678681"/>
              <a:gd name="connsiteY83" fmla="*/ 1247184 h 1357700"/>
              <a:gd name="connsiteX84" fmla="*/ 4788036 w 10678681"/>
              <a:gd name="connsiteY84" fmla="*/ 1238182 h 1357700"/>
              <a:gd name="connsiteX85" fmla="*/ 4747555 w 10678681"/>
              <a:gd name="connsiteY85" fmla="*/ 1252768 h 1357700"/>
              <a:gd name="connsiteX86" fmla="*/ 4679644 w 10678681"/>
              <a:gd name="connsiteY86" fmla="*/ 1276603 h 1357700"/>
              <a:gd name="connsiteX87" fmla="*/ 4632222 w 10678681"/>
              <a:gd name="connsiteY87" fmla="*/ 1318360 h 1357700"/>
              <a:gd name="connsiteX88" fmla="*/ 4617358 w 10678681"/>
              <a:gd name="connsiteY88" fmla="*/ 1327690 h 1357700"/>
              <a:gd name="connsiteX89" fmla="*/ 4589102 w 10678681"/>
              <a:gd name="connsiteY89" fmla="*/ 1321223 h 1357700"/>
              <a:gd name="connsiteX90" fmla="*/ 4578184 w 10678681"/>
              <a:gd name="connsiteY90" fmla="*/ 1326745 h 1357700"/>
              <a:gd name="connsiteX91" fmla="*/ 4574270 w 10678681"/>
              <a:gd name="connsiteY91" fmla="*/ 1325878 h 1357700"/>
              <a:gd name="connsiteX92" fmla="*/ 4564919 w 10678681"/>
              <a:gd name="connsiteY92" fmla="*/ 1325507 h 1357700"/>
              <a:gd name="connsiteX93" fmla="*/ 4566586 w 10678681"/>
              <a:gd name="connsiteY93" fmla="*/ 1316963 h 1357700"/>
              <a:gd name="connsiteX94" fmla="*/ 4556303 w 10678681"/>
              <a:gd name="connsiteY94" fmla="*/ 1300262 h 1357700"/>
              <a:gd name="connsiteX95" fmla="*/ 4502358 w 10678681"/>
              <a:gd name="connsiteY95" fmla="*/ 1302558 h 1357700"/>
              <a:gd name="connsiteX96" fmla="*/ 4498919 w 10678681"/>
              <a:gd name="connsiteY96" fmla="*/ 1312115 h 1357700"/>
              <a:gd name="connsiteX97" fmla="*/ 4492075 w 10678681"/>
              <a:gd name="connsiteY97" fmla="*/ 1313357 h 1357700"/>
              <a:gd name="connsiteX98" fmla="*/ 4487466 w 10678681"/>
              <a:gd name="connsiteY98" fmla="*/ 1304102 h 1357700"/>
              <a:gd name="connsiteX99" fmla="*/ 4398292 w 10678681"/>
              <a:gd name="connsiteY99" fmla="*/ 1278410 h 1357700"/>
              <a:gd name="connsiteX100" fmla="*/ 4306088 w 10678681"/>
              <a:gd name="connsiteY100" fmla="*/ 1282512 h 1357700"/>
              <a:gd name="connsiteX101" fmla="*/ 4188995 w 10678681"/>
              <a:gd name="connsiteY101" fmla="*/ 1296718 h 1357700"/>
              <a:gd name="connsiteX102" fmla="*/ 4136582 w 10678681"/>
              <a:gd name="connsiteY102" fmla="*/ 1287687 h 1357700"/>
              <a:gd name="connsiteX103" fmla="*/ 4064614 w 10678681"/>
              <a:gd name="connsiteY103" fmla="*/ 1296118 h 1357700"/>
              <a:gd name="connsiteX104" fmla="*/ 3906561 w 10678681"/>
              <a:gd name="connsiteY104" fmla="*/ 1352435 h 1357700"/>
              <a:gd name="connsiteX105" fmla="*/ 3787890 w 10678681"/>
              <a:gd name="connsiteY105" fmla="*/ 1352442 h 1357700"/>
              <a:gd name="connsiteX106" fmla="*/ 3745993 w 10678681"/>
              <a:gd name="connsiteY106" fmla="*/ 1342630 h 1357700"/>
              <a:gd name="connsiteX107" fmla="*/ 3675785 w 10678681"/>
              <a:gd name="connsiteY107" fmla="*/ 1326802 h 1357700"/>
              <a:gd name="connsiteX108" fmla="*/ 3623856 w 10678681"/>
              <a:gd name="connsiteY108" fmla="*/ 1290804 h 1357700"/>
              <a:gd name="connsiteX109" fmla="*/ 3564933 w 10678681"/>
              <a:gd name="connsiteY109" fmla="*/ 1287147 h 1357700"/>
              <a:gd name="connsiteX110" fmla="*/ 3550537 w 10678681"/>
              <a:gd name="connsiteY110" fmla="*/ 1317552 h 1357700"/>
              <a:gd name="connsiteX111" fmla="*/ 3487736 w 10678681"/>
              <a:gd name="connsiteY111" fmla="*/ 1303493 h 1357700"/>
              <a:gd name="connsiteX112" fmla="*/ 3392548 w 10678681"/>
              <a:gd name="connsiteY112" fmla="*/ 1278741 h 1357700"/>
              <a:gd name="connsiteX113" fmla="*/ 3337466 w 10678681"/>
              <a:gd name="connsiteY113" fmla="*/ 1272537 h 1357700"/>
              <a:gd name="connsiteX114" fmla="*/ 3187206 w 10678681"/>
              <a:gd name="connsiteY114" fmla="*/ 1246821 h 1357700"/>
              <a:gd name="connsiteX115" fmla="*/ 3036856 w 10678681"/>
              <a:gd name="connsiteY115" fmla="*/ 1214383 h 1357700"/>
              <a:gd name="connsiteX116" fmla="*/ 2948654 w 10678681"/>
              <a:gd name="connsiteY116" fmla="*/ 1157455 h 1357700"/>
              <a:gd name="connsiteX117" fmla="*/ 2824973 w 10678681"/>
              <a:gd name="connsiteY117" fmla="*/ 1134864 h 1357700"/>
              <a:gd name="connsiteX118" fmla="*/ 2804398 w 10678681"/>
              <a:gd name="connsiteY118" fmla="*/ 1125556 h 1357700"/>
              <a:gd name="connsiteX119" fmla="*/ 2775396 w 10678681"/>
              <a:gd name="connsiteY119" fmla="*/ 1130148 h 1357700"/>
              <a:gd name="connsiteX120" fmla="*/ 2659096 w 10678681"/>
              <a:gd name="connsiteY120" fmla="*/ 1150294 h 1357700"/>
              <a:gd name="connsiteX121" fmla="*/ 2567088 w 10678681"/>
              <a:gd name="connsiteY121" fmla="*/ 1181781 h 1357700"/>
              <a:gd name="connsiteX122" fmla="*/ 2454501 w 10678681"/>
              <a:gd name="connsiteY122" fmla="*/ 1155455 h 1357700"/>
              <a:gd name="connsiteX123" fmla="*/ 2385161 w 10678681"/>
              <a:gd name="connsiteY123" fmla="*/ 1161312 h 1357700"/>
              <a:gd name="connsiteX124" fmla="*/ 2270528 w 10678681"/>
              <a:gd name="connsiteY124" fmla="*/ 1204338 h 1357700"/>
              <a:gd name="connsiteX125" fmla="*/ 2121820 w 10678681"/>
              <a:gd name="connsiteY125" fmla="*/ 1187078 h 1357700"/>
              <a:gd name="connsiteX126" fmla="*/ 2092716 w 10678681"/>
              <a:gd name="connsiteY126" fmla="*/ 1139224 h 1357700"/>
              <a:gd name="connsiteX127" fmla="*/ 2052449 w 10678681"/>
              <a:gd name="connsiteY127" fmla="*/ 1109687 h 1357700"/>
              <a:gd name="connsiteX128" fmla="*/ 2032607 w 10678681"/>
              <a:gd name="connsiteY128" fmla="*/ 1175477 h 1357700"/>
              <a:gd name="connsiteX129" fmla="*/ 1901837 w 10678681"/>
              <a:gd name="connsiteY129" fmla="*/ 1221762 h 1357700"/>
              <a:gd name="connsiteX130" fmla="*/ 1836762 w 10678681"/>
              <a:gd name="connsiteY130" fmla="*/ 1237387 h 1357700"/>
              <a:gd name="connsiteX131" fmla="*/ 1735877 w 10678681"/>
              <a:gd name="connsiteY131" fmla="*/ 1246527 h 1357700"/>
              <a:gd name="connsiteX132" fmla="*/ 1705069 w 10678681"/>
              <a:gd name="connsiteY132" fmla="*/ 1251989 h 1357700"/>
              <a:gd name="connsiteX133" fmla="*/ 1397689 w 10678681"/>
              <a:gd name="connsiteY133" fmla="*/ 1336144 h 1357700"/>
              <a:gd name="connsiteX134" fmla="*/ 1220734 w 10678681"/>
              <a:gd name="connsiteY134" fmla="*/ 1257811 h 1357700"/>
              <a:gd name="connsiteX135" fmla="*/ 1021737 w 10678681"/>
              <a:gd name="connsiteY135" fmla="*/ 1238739 h 1357700"/>
              <a:gd name="connsiteX136" fmla="*/ 959820 w 10678681"/>
              <a:gd name="connsiteY136" fmla="*/ 1275863 h 1357700"/>
              <a:gd name="connsiteX137" fmla="*/ 929137 w 10678681"/>
              <a:gd name="connsiteY137" fmla="*/ 1273957 h 1357700"/>
              <a:gd name="connsiteX138" fmla="*/ 878849 w 10678681"/>
              <a:gd name="connsiteY138" fmla="*/ 1266740 h 1357700"/>
              <a:gd name="connsiteX139" fmla="*/ 800667 w 10678681"/>
              <a:gd name="connsiteY139" fmla="*/ 1282041 h 1357700"/>
              <a:gd name="connsiteX140" fmla="*/ 644906 w 10678681"/>
              <a:gd name="connsiteY140" fmla="*/ 1273685 h 1357700"/>
              <a:gd name="connsiteX141" fmla="*/ 379869 w 10678681"/>
              <a:gd name="connsiteY141" fmla="*/ 1339165 h 1357700"/>
              <a:gd name="connsiteX142" fmla="*/ 137696 w 10678681"/>
              <a:gd name="connsiteY142" fmla="*/ 1319217 h 1357700"/>
              <a:gd name="connsiteX143" fmla="*/ 54250 w 10678681"/>
              <a:gd name="connsiteY143" fmla="*/ 1315838 h 1357700"/>
              <a:gd name="connsiteX144" fmla="*/ 28042 w 10678681"/>
              <a:gd name="connsiteY144" fmla="*/ 1297822 h 1357700"/>
              <a:gd name="connsiteX145" fmla="*/ 0 w 10678681"/>
              <a:gd name="connsiteY145" fmla="*/ 1294612 h 1357700"/>
              <a:gd name="connsiteX146" fmla="*/ 0 w 10678681"/>
              <a:gd name="connsiteY146"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91599 w 10678681"/>
              <a:gd name="connsiteY52" fmla="*/ 1062302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77477 w 10678681"/>
              <a:gd name="connsiteY44" fmla="*/ 990571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948654 w 10678681"/>
              <a:gd name="connsiteY115" fmla="*/ 1157455 h 1357700"/>
              <a:gd name="connsiteX116" fmla="*/ 2824973 w 10678681"/>
              <a:gd name="connsiteY116" fmla="*/ 1134864 h 1357700"/>
              <a:gd name="connsiteX117" fmla="*/ 2804398 w 10678681"/>
              <a:gd name="connsiteY117" fmla="*/ 1125556 h 1357700"/>
              <a:gd name="connsiteX118" fmla="*/ 2775396 w 10678681"/>
              <a:gd name="connsiteY118" fmla="*/ 1130148 h 1357700"/>
              <a:gd name="connsiteX119" fmla="*/ 2659096 w 10678681"/>
              <a:gd name="connsiteY119" fmla="*/ 1150294 h 1357700"/>
              <a:gd name="connsiteX120" fmla="*/ 2567088 w 10678681"/>
              <a:gd name="connsiteY120" fmla="*/ 1181781 h 1357700"/>
              <a:gd name="connsiteX121" fmla="*/ 2454501 w 10678681"/>
              <a:gd name="connsiteY121" fmla="*/ 1155455 h 1357700"/>
              <a:gd name="connsiteX122" fmla="*/ 2385161 w 10678681"/>
              <a:gd name="connsiteY122" fmla="*/ 1161312 h 1357700"/>
              <a:gd name="connsiteX123" fmla="*/ 2270528 w 10678681"/>
              <a:gd name="connsiteY123" fmla="*/ 1204338 h 1357700"/>
              <a:gd name="connsiteX124" fmla="*/ 2121820 w 10678681"/>
              <a:gd name="connsiteY124" fmla="*/ 1187078 h 1357700"/>
              <a:gd name="connsiteX125" fmla="*/ 2092716 w 10678681"/>
              <a:gd name="connsiteY125" fmla="*/ 1139224 h 1357700"/>
              <a:gd name="connsiteX126" fmla="*/ 2052449 w 10678681"/>
              <a:gd name="connsiteY126" fmla="*/ 1109687 h 1357700"/>
              <a:gd name="connsiteX127" fmla="*/ 2032607 w 10678681"/>
              <a:gd name="connsiteY127" fmla="*/ 1175477 h 1357700"/>
              <a:gd name="connsiteX128" fmla="*/ 1901837 w 10678681"/>
              <a:gd name="connsiteY128" fmla="*/ 1221762 h 1357700"/>
              <a:gd name="connsiteX129" fmla="*/ 1836762 w 10678681"/>
              <a:gd name="connsiteY129" fmla="*/ 1237387 h 1357700"/>
              <a:gd name="connsiteX130" fmla="*/ 1735877 w 10678681"/>
              <a:gd name="connsiteY130" fmla="*/ 1246527 h 1357700"/>
              <a:gd name="connsiteX131" fmla="*/ 1705069 w 10678681"/>
              <a:gd name="connsiteY131" fmla="*/ 1251989 h 1357700"/>
              <a:gd name="connsiteX132" fmla="*/ 1397689 w 10678681"/>
              <a:gd name="connsiteY132" fmla="*/ 1336144 h 1357700"/>
              <a:gd name="connsiteX133" fmla="*/ 1220734 w 10678681"/>
              <a:gd name="connsiteY133" fmla="*/ 1257811 h 1357700"/>
              <a:gd name="connsiteX134" fmla="*/ 1021737 w 10678681"/>
              <a:gd name="connsiteY134" fmla="*/ 1238739 h 1357700"/>
              <a:gd name="connsiteX135" fmla="*/ 959820 w 10678681"/>
              <a:gd name="connsiteY135" fmla="*/ 1275863 h 1357700"/>
              <a:gd name="connsiteX136" fmla="*/ 929137 w 10678681"/>
              <a:gd name="connsiteY136" fmla="*/ 1273957 h 1357700"/>
              <a:gd name="connsiteX137" fmla="*/ 878849 w 10678681"/>
              <a:gd name="connsiteY137" fmla="*/ 1266740 h 1357700"/>
              <a:gd name="connsiteX138" fmla="*/ 800667 w 10678681"/>
              <a:gd name="connsiteY138" fmla="*/ 1282041 h 1357700"/>
              <a:gd name="connsiteX139" fmla="*/ 644906 w 10678681"/>
              <a:gd name="connsiteY139" fmla="*/ 1273685 h 1357700"/>
              <a:gd name="connsiteX140" fmla="*/ 379869 w 10678681"/>
              <a:gd name="connsiteY140" fmla="*/ 1339165 h 1357700"/>
              <a:gd name="connsiteX141" fmla="*/ 137696 w 10678681"/>
              <a:gd name="connsiteY141" fmla="*/ 1319217 h 1357700"/>
              <a:gd name="connsiteX142" fmla="*/ 54250 w 10678681"/>
              <a:gd name="connsiteY142" fmla="*/ 1315838 h 1357700"/>
              <a:gd name="connsiteX143" fmla="*/ 28042 w 10678681"/>
              <a:gd name="connsiteY143" fmla="*/ 1297822 h 1357700"/>
              <a:gd name="connsiteX144" fmla="*/ 0 w 10678681"/>
              <a:gd name="connsiteY144" fmla="*/ 1294612 h 1357700"/>
              <a:gd name="connsiteX145" fmla="*/ 0 w 10678681"/>
              <a:gd name="connsiteY145"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0528 w 10678681"/>
              <a:gd name="connsiteY122" fmla="*/ 1204338 h 1357700"/>
              <a:gd name="connsiteX123" fmla="*/ 2121820 w 10678681"/>
              <a:gd name="connsiteY123" fmla="*/ 1187078 h 1357700"/>
              <a:gd name="connsiteX124" fmla="*/ 2092716 w 10678681"/>
              <a:gd name="connsiteY124" fmla="*/ 1139224 h 1357700"/>
              <a:gd name="connsiteX125" fmla="*/ 2052449 w 10678681"/>
              <a:gd name="connsiteY125" fmla="*/ 1109687 h 1357700"/>
              <a:gd name="connsiteX126" fmla="*/ 2032607 w 10678681"/>
              <a:gd name="connsiteY126" fmla="*/ 1175477 h 1357700"/>
              <a:gd name="connsiteX127" fmla="*/ 1901837 w 10678681"/>
              <a:gd name="connsiteY127" fmla="*/ 1221762 h 1357700"/>
              <a:gd name="connsiteX128" fmla="*/ 1836762 w 10678681"/>
              <a:gd name="connsiteY128" fmla="*/ 1237387 h 1357700"/>
              <a:gd name="connsiteX129" fmla="*/ 1735877 w 10678681"/>
              <a:gd name="connsiteY129" fmla="*/ 1246527 h 1357700"/>
              <a:gd name="connsiteX130" fmla="*/ 1705069 w 10678681"/>
              <a:gd name="connsiteY130" fmla="*/ 1251989 h 1357700"/>
              <a:gd name="connsiteX131" fmla="*/ 1397689 w 10678681"/>
              <a:gd name="connsiteY131" fmla="*/ 1336144 h 1357700"/>
              <a:gd name="connsiteX132" fmla="*/ 1220734 w 10678681"/>
              <a:gd name="connsiteY132" fmla="*/ 1257811 h 1357700"/>
              <a:gd name="connsiteX133" fmla="*/ 1021737 w 10678681"/>
              <a:gd name="connsiteY133" fmla="*/ 1238739 h 1357700"/>
              <a:gd name="connsiteX134" fmla="*/ 959820 w 10678681"/>
              <a:gd name="connsiteY134" fmla="*/ 1275863 h 1357700"/>
              <a:gd name="connsiteX135" fmla="*/ 929137 w 10678681"/>
              <a:gd name="connsiteY135" fmla="*/ 1273957 h 1357700"/>
              <a:gd name="connsiteX136" fmla="*/ 878849 w 10678681"/>
              <a:gd name="connsiteY136" fmla="*/ 1266740 h 1357700"/>
              <a:gd name="connsiteX137" fmla="*/ 800667 w 10678681"/>
              <a:gd name="connsiteY137" fmla="*/ 1282041 h 1357700"/>
              <a:gd name="connsiteX138" fmla="*/ 644906 w 10678681"/>
              <a:gd name="connsiteY138" fmla="*/ 1273685 h 1357700"/>
              <a:gd name="connsiteX139" fmla="*/ 379869 w 10678681"/>
              <a:gd name="connsiteY139" fmla="*/ 1339165 h 1357700"/>
              <a:gd name="connsiteX140" fmla="*/ 137696 w 10678681"/>
              <a:gd name="connsiteY140" fmla="*/ 1319217 h 1357700"/>
              <a:gd name="connsiteX141" fmla="*/ 54250 w 10678681"/>
              <a:gd name="connsiteY141" fmla="*/ 1315838 h 1357700"/>
              <a:gd name="connsiteX142" fmla="*/ 28042 w 10678681"/>
              <a:gd name="connsiteY142" fmla="*/ 1297822 h 1357700"/>
              <a:gd name="connsiteX143" fmla="*/ 0 w 10678681"/>
              <a:gd name="connsiteY143" fmla="*/ 1294612 h 1357700"/>
              <a:gd name="connsiteX144" fmla="*/ 0 w 10678681"/>
              <a:gd name="connsiteY144"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121820 w 10678681"/>
              <a:gd name="connsiteY122" fmla="*/ 1187078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092716 w 10678681"/>
              <a:gd name="connsiteY123" fmla="*/ 1139224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32607 w 10678681"/>
              <a:gd name="connsiteY125" fmla="*/ 117547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7700"/>
              <a:gd name="connsiteX1" fmla="*/ 10678681 w 10678681"/>
              <a:gd name="connsiteY1" fmla="*/ 0 h 1357700"/>
              <a:gd name="connsiteX2" fmla="*/ 10666019 w 10678681"/>
              <a:gd name="connsiteY2" fmla="*/ 7876 h 1357700"/>
              <a:gd name="connsiteX3" fmla="*/ 10632825 w 10678681"/>
              <a:gd name="connsiteY3" fmla="*/ 32153 h 1357700"/>
              <a:gd name="connsiteX4" fmla="*/ 10510605 w 10678681"/>
              <a:gd name="connsiteY4" fmla="*/ 30449 h 1357700"/>
              <a:gd name="connsiteX5" fmla="*/ 10456989 w 10678681"/>
              <a:gd name="connsiteY5" fmla="*/ 979 h 1357700"/>
              <a:gd name="connsiteX6" fmla="*/ 10438642 w 10678681"/>
              <a:gd name="connsiteY6" fmla="*/ 1524 h 1357700"/>
              <a:gd name="connsiteX7" fmla="*/ 10407146 w 10678681"/>
              <a:gd name="connsiteY7" fmla="*/ 43659 h 1357700"/>
              <a:gd name="connsiteX8" fmla="*/ 10357996 w 10678681"/>
              <a:gd name="connsiteY8" fmla="*/ 50836 h 1357700"/>
              <a:gd name="connsiteX9" fmla="*/ 10306667 w 10678681"/>
              <a:gd name="connsiteY9" fmla="*/ 109739 h 1357700"/>
              <a:gd name="connsiteX10" fmla="*/ 10115334 w 10678681"/>
              <a:gd name="connsiteY10" fmla="*/ 155658 h 1357700"/>
              <a:gd name="connsiteX11" fmla="*/ 10068157 w 10678681"/>
              <a:gd name="connsiteY11" fmla="*/ 215673 h 1357700"/>
              <a:gd name="connsiteX12" fmla="*/ 10045431 w 10678681"/>
              <a:gd name="connsiteY12" fmla="*/ 229568 h 1357700"/>
              <a:gd name="connsiteX13" fmla="*/ 10013265 w 10678681"/>
              <a:gd name="connsiteY13" fmla="*/ 284757 h 1357700"/>
              <a:gd name="connsiteX14" fmla="*/ 9862496 w 10678681"/>
              <a:gd name="connsiteY14" fmla="*/ 223033 h 1357700"/>
              <a:gd name="connsiteX15" fmla="*/ 9679638 w 10678681"/>
              <a:gd name="connsiteY15" fmla="*/ 277462 h 1357700"/>
              <a:gd name="connsiteX16" fmla="*/ 9498347 w 10678681"/>
              <a:gd name="connsiteY16" fmla="*/ 244723 h 1357700"/>
              <a:gd name="connsiteX17" fmla="*/ 9399702 w 10678681"/>
              <a:gd name="connsiteY17" fmla="*/ 276316 h 1357700"/>
              <a:gd name="connsiteX18" fmla="*/ 9378439 w 10678681"/>
              <a:gd name="connsiteY18" fmla="*/ 326244 h 1357700"/>
              <a:gd name="connsiteX19" fmla="*/ 9121744 w 10678681"/>
              <a:gd name="connsiteY19" fmla="*/ 365177 h 1357700"/>
              <a:gd name="connsiteX20" fmla="*/ 9061654 w 10678681"/>
              <a:gd name="connsiteY20" fmla="*/ 393730 h 1357700"/>
              <a:gd name="connsiteX21" fmla="*/ 8997577 w 10678681"/>
              <a:gd name="connsiteY21" fmla="*/ 380865 h 1357700"/>
              <a:gd name="connsiteX22" fmla="*/ 8907968 w 10678681"/>
              <a:gd name="connsiteY22" fmla="*/ 447345 h 1357700"/>
              <a:gd name="connsiteX23" fmla="*/ 8764163 w 10678681"/>
              <a:gd name="connsiteY23" fmla="*/ 471000 h 1357700"/>
              <a:gd name="connsiteX24" fmla="*/ 8680155 w 10678681"/>
              <a:gd name="connsiteY24" fmla="*/ 492404 h 1357700"/>
              <a:gd name="connsiteX25" fmla="*/ 8651436 w 10678681"/>
              <a:gd name="connsiteY25" fmla="*/ 511923 h 1357700"/>
              <a:gd name="connsiteX26" fmla="*/ 8609185 w 10678681"/>
              <a:gd name="connsiteY26" fmla="*/ 531525 h 1357700"/>
              <a:gd name="connsiteX27" fmla="*/ 8537091 w 10678681"/>
              <a:gd name="connsiteY27" fmla="*/ 574933 h 1357700"/>
              <a:gd name="connsiteX28" fmla="*/ 8435931 w 10678681"/>
              <a:gd name="connsiteY28" fmla="*/ 617926 h 1357700"/>
              <a:gd name="connsiteX29" fmla="*/ 8348623 w 10678681"/>
              <a:gd name="connsiteY29" fmla="*/ 600607 h 1357700"/>
              <a:gd name="connsiteX30" fmla="*/ 8344233 w 10678681"/>
              <a:gd name="connsiteY30" fmla="*/ 610922 h 1357700"/>
              <a:gd name="connsiteX31" fmla="*/ 8290622 w 10678681"/>
              <a:gd name="connsiteY31" fmla="*/ 622687 h 1357700"/>
              <a:gd name="connsiteX32" fmla="*/ 8086698 w 10678681"/>
              <a:gd name="connsiteY32" fmla="*/ 605185 h 1357700"/>
              <a:gd name="connsiteX33" fmla="*/ 7982378 w 10678681"/>
              <a:gd name="connsiteY33" fmla="*/ 629799 h 1357700"/>
              <a:gd name="connsiteX34" fmla="*/ 7947952 w 10678681"/>
              <a:gd name="connsiteY34" fmla="*/ 648003 h 1357700"/>
              <a:gd name="connsiteX35" fmla="*/ 7890112 w 10678681"/>
              <a:gd name="connsiteY35" fmla="*/ 677915 h 1357700"/>
              <a:gd name="connsiteX36" fmla="*/ 7853284 w 10678681"/>
              <a:gd name="connsiteY36" fmla="*/ 723588 h 1357700"/>
              <a:gd name="connsiteX37" fmla="*/ 7802383 w 10678681"/>
              <a:gd name="connsiteY37" fmla="*/ 739359 h 1357700"/>
              <a:gd name="connsiteX38" fmla="*/ 7730518 w 10678681"/>
              <a:gd name="connsiteY38" fmla="*/ 739526 h 1357700"/>
              <a:gd name="connsiteX39" fmla="*/ 7652907 w 10678681"/>
              <a:gd name="connsiteY39" fmla="*/ 783273 h 1357700"/>
              <a:gd name="connsiteX40" fmla="*/ 7606008 w 10678681"/>
              <a:gd name="connsiteY40" fmla="*/ 800717 h 1357700"/>
              <a:gd name="connsiteX41" fmla="*/ 7480223 w 10678681"/>
              <a:gd name="connsiteY41" fmla="*/ 856821 h 1357700"/>
              <a:gd name="connsiteX42" fmla="*/ 7356005 w 10678681"/>
              <a:gd name="connsiteY42" fmla="*/ 919462 h 1357700"/>
              <a:gd name="connsiteX43" fmla="*/ 7305396 w 10678681"/>
              <a:gd name="connsiteY43" fmla="*/ 986228 h 1357700"/>
              <a:gd name="connsiteX44" fmla="*/ 7266251 w 10678681"/>
              <a:gd name="connsiteY44" fmla="*/ 967864 h 1357700"/>
              <a:gd name="connsiteX45" fmla="*/ 7269396 w 10678681"/>
              <a:gd name="connsiteY45" fmla="*/ 989282 h 1357700"/>
              <a:gd name="connsiteX46" fmla="*/ 7258094 w 10678681"/>
              <a:gd name="connsiteY46" fmla="*/ 990679 h 1357700"/>
              <a:gd name="connsiteX47" fmla="*/ 7257893 w 10678681"/>
              <a:gd name="connsiteY47" fmla="*/ 991204 h 1357700"/>
              <a:gd name="connsiteX48" fmla="*/ 7247153 w 10678681"/>
              <a:gd name="connsiteY48" fmla="*/ 991550 h 1357700"/>
              <a:gd name="connsiteX49" fmla="*/ 7193612 w 10678681"/>
              <a:gd name="connsiteY49" fmla="*/ 987042 h 1357700"/>
              <a:gd name="connsiteX50" fmla="*/ 7132632 w 10678681"/>
              <a:gd name="connsiteY50" fmla="*/ 1042036 h 1357700"/>
              <a:gd name="connsiteX51" fmla="*/ 7105610 w 10678681"/>
              <a:gd name="connsiteY51" fmla="*/ 1053537 h 1357700"/>
              <a:gd name="connsiteX52" fmla="*/ 7069148 w 10678681"/>
              <a:gd name="connsiteY52" fmla="*/ 1047163 h 1357700"/>
              <a:gd name="connsiteX53" fmla="*/ 7039634 w 10678681"/>
              <a:gd name="connsiteY53" fmla="*/ 1059971 h 1357700"/>
              <a:gd name="connsiteX54" fmla="*/ 7033445 w 10678681"/>
              <a:gd name="connsiteY54" fmla="*/ 1063314 h 1357700"/>
              <a:gd name="connsiteX55" fmla="*/ 6999157 w 10678681"/>
              <a:gd name="connsiteY55" fmla="*/ 1055282 h 1357700"/>
              <a:gd name="connsiteX56" fmla="*/ 6981874 w 10678681"/>
              <a:gd name="connsiteY56" fmla="*/ 1053827 h 1357700"/>
              <a:gd name="connsiteX57" fmla="*/ 6976102 w 10678681"/>
              <a:gd name="connsiteY57" fmla="*/ 1047854 h 1357700"/>
              <a:gd name="connsiteX58" fmla="*/ 6951040 w 10678681"/>
              <a:gd name="connsiteY58" fmla="*/ 1048531 h 1357700"/>
              <a:gd name="connsiteX59" fmla="*/ 6948497 w 10678681"/>
              <a:gd name="connsiteY59" fmla="*/ 1050706 h 1357700"/>
              <a:gd name="connsiteX60" fmla="*/ 6926582 w 10678681"/>
              <a:gd name="connsiteY60" fmla="*/ 1043462 h 1357700"/>
              <a:gd name="connsiteX61" fmla="*/ 6833743 w 10678681"/>
              <a:gd name="connsiteY61" fmla="*/ 1027960 h 1357700"/>
              <a:gd name="connsiteX62" fmla="*/ 6687090 w 10678681"/>
              <a:gd name="connsiteY62" fmla="*/ 1063250 h 1357700"/>
              <a:gd name="connsiteX63" fmla="*/ 6437450 w 10678681"/>
              <a:gd name="connsiteY63" fmla="*/ 1101075 h 1357700"/>
              <a:gd name="connsiteX64" fmla="*/ 6327795 w 10678681"/>
              <a:gd name="connsiteY64" fmla="*/ 1088142 h 1357700"/>
              <a:gd name="connsiteX65" fmla="*/ 6136549 w 10678681"/>
              <a:gd name="connsiteY65" fmla="*/ 1100268 h 1357700"/>
              <a:gd name="connsiteX66" fmla="*/ 6004655 w 10678681"/>
              <a:gd name="connsiteY66" fmla="*/ 1114946 h 1357700"/>
              <a:gd name="connsiteX67" fmla="*/ 5936643 w 10678681"/>
              <a:gd name="connsiteY67" fmla="*/ 1095428 h 1357700"/>
              <a:gd name="connsiteX68" fmla="*/ 5912484 w 10678681"/>
              <a:gd name="connsiteY68" fmla="*/ 1112624 h 1357700"/>
              <a:gd name="connsiteX69" fmla="*/ 5908387 w 10678681"/>
              <a:gd name="connsiteY69" fmla="*/ 1116018 h 1357700"/>
              <a:gd name="connsiteX70" fmla="*/ 5890495 w 10678681"/>
              <a:gd name="connsiteY70" fmla="*/ 1120268 h 1357700"/>
              <a:gd name="connsiteX71" fmla="*/ 5887318 w 10678681"/>
              <a:gd name="connsiteY71" fmla="*/ 1133134 h 1357700"/>
              <a:gd name="connsiteX72" fmla="*/ 5861726 w 10678681"/>
              <a:gd name="connsiteY72" fmla="*/ 1147891 h 1357700"/>
              <a:gd name="connsiteX73" fmla="*/ 5805823 w 10678681"/>
              <a:gd name="connsiteY73" fmla="*/ 1152457 h 1357700"/>
              <a:gd name="connsiteX74" fmla="*/ 5689841 w 10678681"/>
              <a:gd name="connsiteY74" fmla="*/ 1176232 h 1357700"/>
              <a:gd name="connsiteX75" fmla="*/ 5605119 w 10678681"/>
              <a:gd name="connsiteY75" fmla="*/ 1190202 h 1357700"/>
              <a:gd name="connsiteX76" fmla="*/ 5488513 w 10678681"/>
              <a:gd name="connsiteY76" fmla="*/ 1205367 h 1357700"/>
              <a:gd name="connsiteX77" fmla="*/ 5402905 w 10678681"/>
              <a:gd name="connsiteY77" fmla="*/ 1241191 h 1357700"/>
              <a:gd name="connsiteX78" fmla="*/ 5285593 w 10678681"/>
              <a:gd name="connsiteY78" fmla="*/ 1273569 h 1357700"/>
              <a:gd name="connsiteX79" fmla="*/ 5192893 w 10678681"/>
              <a:gd name="connsiteY79" fmla="*/ 1247188 h 1357700"/>
              <a:gd name="connsiteX80" fmla="*/ 5186475 w 10678681"/>
              <a:gd name="connsiteY80" fmla="*/ 1257028 h 1357700"/>
              <a:gd name="connsiteX81" fmla="*/ 5126038 w 10678681"/>
              <a:gd name="connsiteY81" fmla="*/ 1263189 h 1357700"/>
              <a:gd name="connsiteX82" fmla="*/ 4894688 w 10678681"/>
              <a:gd name="connsiteY82" fmla="*/ 1247184 h 1357700"/>
              <a:gd name="connsiteX83" fmla="*/ 4788036 w 10678681"/>
              <a:gd name="connsiteY83" fmla="*/ 1238182 h 1357700"/>
              <a:gd name="connsiteX84" fmla="*/ 4747555 w 10678681"/>
              <a:gd name="connsiteY84" fmla="*/ 1252768 h 1357700"/>
              <a:gd name="connsiteX85" fmla="*/ 4679644 w 10678681"/>
              <a:gd name="connsiteY85" fmla="*/ 1276603 h 1357700"/>
              <a:gd name="connsiteX86" fmla="*/ 4632222 w 10678681"/>
              <a:gd name="connsiteY86" fmla="*/ 1318360 h 1357700"/>
              <a:gd name="connsiteX87" fmla="*/ 4617358 w 10678681"/>
              <a:gd name="connsiteY87" fmla="*/ 1327690 h 1357700"/>
              <a:gd name="connsiteX88" fmla="*/ 4589102 w 10678681"/>
              <a:gd name="connsiteY88" fmla="*/ 1321223 h 1357700"/>
              <a:gd name="connsiteX89" fmla="*/ 4578184 w 10678681"/>
              <a:gd name="connsiteY89" fmla="*/ 1326745 h 1357700"/>
              <a:gd name="connsiteX90" fmla="*/ 4574270 w 10678681"/>
              <a:gd name="connsiteY90" fmla="*/ 1325878 h 1357700"/>
              <a:gd name="connsiteX91" fmla="*/ 4564919 w 10678681"/>
              <a:gd name="connsiteY91" fmla="*/ 1325507 h 1357700"/>
              <a:gd name="connsiteX92" fmla="*/ 4566586 w 10678681"/>
              <a:gd name="connsiteY92" fmla="*/ 1316963 h 1357700"/>
              <a:gd name="connsiteX93" fmla="*/ 4556303 w 10678681"/>
              <a:gd name="connsiteY93" fmla="*/ 1300262 h 1357700"/>
              <a:gd name="connsiteX94" fmla="*/ 4502358 w 10678681"/>
              <a:gd name="connsiteY94" fmla="*/ 1302558 h 1357700"/>
              <a:gd name="connsiteX95" fmla="*/ 4498919 w 10678681"/>
              <a:gd name="connsiteY95" fmla="*/ 1312115 h 1357700"/>
              <a:gd name="connsiteX96" fmla="*/ 4492075 w 10678681"/>
              <a:gd name="connsiteY96" fmla="*/ 1313357 h 1357700"/>
              <a:gd name="connsiteX97" fmla="*/ 4487466 w 10678681"/>
              <a:gd name="connsiteY97" fmla="*/ 1304102 h 1357700"/>
              <a:gd name="connsiteX98" fmla="*/ 4398292 w 10678681"/>
              <a:gd name="connsiteY98" fmla="*/ 1278410 h 1357700"/>
              <a:gd name="connsiteX99" fmla="*/ 4306088 w 10678681"/>
              <a:gd name="connsiteY99" fmla="*/ 1282512 h 1357700"/>
              <a:gd name="connsiteX100" fmla="*/ 4188995 w 10678681"/>
              <a:gd name="connsiteY100" fmla="*/ 1296718 h 1357700"/>
              <a:gd name="connsiteX101" fmla="*/ 4136582 w 10678681"/>
              <a:gd name="connsiteY101" fmla="*/ 1287687 h 1357700"/>
              <a:gd name="connsiteX102" fmla="*/ 4064614 w 10678681"/>
              <a:gd name="connsiteY102" fmla="*/ 1296118 h 1357700"/>
              <a:gd name="connsiteX103" fmla="*/ 3906561 w 10678681"/>
              <a:gd name="connsiteY103" fmla="*/ 1352435 h 1357700"/>
              <a:gd name="connsiteX104" fmla="*/ 3787890 w 10678681"/>
              <a:gd name="connsiteY104" fmla="*/ 1352442 h 1357700"/>
              <a:gd name="connsiteX105" fmla="*/ 3745993 w 10678681"/>
              <a:gd name="connsiteY105" fmla="*/ 1342630 h 1357700"/>
              <a:gd name="connsiteX106" fmla="*/ 3675785 w 10678681"/>
              <a:gd name="connsiteY106" fmla="*/ 1326802 h 1357700"/>
              <a:gd name="connsiteX107" fmla="*/ 3623856 w 10678681"/>
              <a:gd name="connsiteY107" fmla="*/ 1290804 h 1357700"/>
              <a:gd name="connsiteX108" fmla="*/ 3564933 w 10678681"/>
              <a:gd name="connsiteY108" fmla="*/ 1287147 h 1357700"/>
              <a:gd name="connsiteX109" fmla="*/ 3550537 w 10678681"/>
              <a:gd name="connsiteY109" fmla="*/ 1317552 h 1357700"/>
              <a:gd name="connsiteX110" fmla="*/ 3487736 w 10678681"/>
              <a:gd name="connsiteY110" fmla="*/ 1303493 h 1357700"/>
              <a:gd name="connsiteX111" fmla="*/ 3392548 w 10678681"/>
              <a:gd name="connsiteY111" fmla="*/ 1278741 h 1357700"/>
              <a:gd name="connsiteX112" fmla="*/ 3337466 w 10678681"/>
              <a:gd name="connsiteY112" fmla="*/ 1272537 h 1357700"/>
              <a:gd name="connsiteX113" fmla="*/ 3187206 w 10678681"/>
              <a:gd name="connsiteY113" fmla="*/ 1246821 h 1357700"/>
              <a:gd name="connsiteX114" fmla="*/ 3036856 w 10678681"/>
              <a:gd name="connsiteY114" fmla="*/ 1214383 h 1357700"/>
              <a:gd name="connsiteX115" fmla="*/ 2824973 w 10678681"/>
              <a:gd name="connsiteY115" fmla="*/ 1134864 h 1357700"/>
              <a:gd name="connsiteX116" fmla="*/ 2804398 w 10678681"/>
              <a:gd name="connsiteY116" fmla="*/ 1125556 h 1357700"/>
              <a:gd name="connsiteX117" fmla="*/ 2775396 w 10678681"/>
              <a:gd name="connsiteY117" fmla="*/ 1130148 h 1357700"/>
              <a:gd name="connsiteX118" fmla="*/ 2659096 w 10678681"/>
              <a:gd name="connsiteY118" fmla="*/ 1150294 h 1357700"/>
              <a:gd name="connsiteX119" fmla="*/ 2567088 w 10678681"/>
              <a:gd name="connsiteY119" fmla="*/ 1181781 h 1357700"/>
              <a:gd name="connsiteX120" fmla="*/ 2454501 w 10678681"/>
              <a:gd name="connsiteY120" fmla="*/ 1155455 h 1357700"/>
              <a:gd name="connsiteX121" fmla="*/ 2385161 w 10678681"/>
              <a:gd name="connsiteY121" fmla="*/ 1161312 h 1357700"/>
              <a:gd name="connsiteX122" fmla="*/ 2273361 w 10678681"/>
              <a:gd name="connsiteY122" fmla="*/ 1134090 h 1357700"/>
              <a:gd name="connsiteX123" fmla="*/ 2132003 w 10678681"/>
              <a:gd name="connsiteY123" fmla="*/ 1139225 h 1357700"/>
              <a:gd name="connsiteX124" fmla="*/ 2052449 w 10678681"/>
              <a:gd name="connsiteY124" fmla="*/ 1109687 h 1357700"/>
              <a:gd name="connsiteX125" fmla="*/ 2010157 w 10678681"/>
              <a:gd name="connsiteY125" fmla="*/ 1152767 h 1357700"/>
              <a:gd name="connsiteX126" fmla="*/ 1901837 w 10678681"/>
              <a:gd name="connsiteY126" fmla="*/ 1221762 h 1357700"/>
              <a:gd name="connsiteX127" fmla="*/ 1836762 w 10678681"/>
              <a:gd name="connsiteY127" fmla="*/ 1237387 h 1357700"/>
              <a:gd name="connsiteX128" fmla="*/ 1735877 w 10678681"/>
              <a:gd name="connsiteY128" fmla="*/ 1246527 h 1357700"/>
              <a:gd name="connsiteX129" fmla="*/ 1705069 w 10678681"/>
              <a:gd name="connsiteY129" fmla="*/ 1251989 h 1357700"/>
              <a:gd name="connsiteX130" fmla="*/ 1397689 w 10678681"/>
              <a:gd name="connsiteY130" fmla="*/ 1336144 h 1357700"/>
              <a:gd name="connsiteX131" fmla="*/ 1220734 w 10678681"/>
              <a:gd name="connsiteY131" fmla="*/ 1257811 h 1357700"/>
              <a:gd name="connsiteX132" fmla="*/ 1021737 w 10678681"/>
              <a:gd name="connsiteY132" fmla="*/ 1238739 h 1357700"/>
              <a:gd name="connsiteX133" fmla="*/ 959820 w 10678681"/>
              <a:gd name="connsiteY133" fmla="*/ 1275863 h 1357700"/>
              <a:gd name="connsiteX134" fmla="*/ 929137 w 10678681"/>
              <a:gd name="connsiteY134" fmla="*/ 1273957 h 1357700"/>
              <a:gd name="connsiteX135" fmla="*/ 878849 w 10678681"/>
              <a:gd name="connsiteY135" fmla="*/ 1266740 h 1357700"/>
              <a:gd name="connsiteX136" fmla="*/ 800667 w 10678681"/>
              <a:gd name="connsiteY136" fmla="*/ 1282041 h 1357700"/>
              <a:gd name="connsiteX137" fmla="*/ 644906 w 10678681"/>
              <a:gd name="connsiteY137" fmla="*/ 1273685 h 1357700"/>
              <a:gd name="connsiteX138" fmla="*/ 379869 w 10678681"/>
              <a:gd name="connsiteY138" fmla="*/ 1339165 h 1357700"/>
              <a:gd name="connsiteX139" fmla="*/ 137696 w 10678681"/>
              <a:gd name="connsiteY139" fmla="*/ 1319217 h 1357700"/>
              <a:gd name="connsiteX140" fmla="*/ 54250 w 10678681"/>
              <a:gd name="connsiteY140" fmla="*/ 1315838 h 1357700"/>
              <a:gd name="connsiteX141" fmla="*/ 28042 w 10678681"/>
              <a:gd name="connsiteY141" fmla="*/ 1297822 h 1357700"/>
              <a:gd name="connsiteX142" fmla="*/ 0 w 10678681"/>
              <a:gd name="connsiteY142" fmla="*/ 1294612 h 1357700"/>
              <a:gd name="connsiteX143" fmla="*/ 0 w 10678681"/>
              <a:gd name="connsiteY143" fmla="*/ 0 h 1357700"/>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408915 w 10678681"/>
              <a:gd name="connsiteY130" fmla="*/ 1268017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52449 w 10678681"/>
              <a:gd name="connsiteY124" fmla="*/ 1109687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901837 w 10678681"/>
              <a:gd name="connsiteY126" fmla="*/ 1221762 h 1353297"/>
              <a:gd name="connsiteX127" fmla="*/ 1836762 w 10678681"/>
              <a:gd name="connsiteY127" fmla="*/ 1237387 h 1353297"/>
              <a:gd name="connsiteX128" fmla="*/ 1735877 w 10678681"/>
              <a:gd name="connsiteY128" fmla="*/ 1246527 h 1353297"/>
              <a:gd name="connsiteX129" fmla="*/ 1705069 w 10678681"/>
              <a:gd name="connsiteY129" fmla="*/ 1251989 h 1353297"/>
              <a:gd name="connsiteX130" fmla="*/ 1307888 w 10678681"/>
              <a:gd name="connsiteY130" fmla="*/ 1283156 h 1353297"/>
              <a:gd name="connsiteX131" fmla="*/ 1220734 w 10678681"/>
              <a:gd name="connsiteY131" fmla="*/ 1257811 h 1353297"/>
              <a:gd name="connsiteX132" fmla="*/ 1021737 w 10678681"/>
              <a:gd name="connsiteY132" fmla="*/ 1238739 h 1353297"/>
              <a:gd name="connsiteX133" fmla="*/ 959820 w 10678681"/>
              <a:gd name="connsiteY133" fmla="*/ 1275863 h 1353297"/>
              <a:gd name="connsiteX134" fmla="*/ 929137 w 10678681"/>
              <a:gd name="connsiteY134" fmla="*/ 1273957 h 1353297"/>
              <a:gd name="connsiteX135" fmla="*/ 878849 w 10678681"/>
              <a:gd name="connsiteY135" fmla="*/ 1266740 h 1353297"/>
              <a:gd name="connsiteX136" fmla="*/ 800667 w 10678681"/>
              <a:gd name="connsiteY136" fmla="*/ 1282041 h 1353297"/>
              <a:gd name="connsiteX137" fmla="*/ 644906 w 10678681"/>
              <a:gd name="connsiteY137" fmla="*/ 1273685 h 1353297"/>
              <a:gd name="connsiteX138" fmla="*/ 379869 w 10678681"/>
              <a:gd name="connsiteY138" fmla="*/ 1339165 h 1353297"/>
              <a:gd name="connsiteX139" fmla="*/ 137696 w 10678681"/>
              <a:gd name="connsiteY139" fmla="*/ 1319217 h 1353297"/>
              <a:gd name="connsiteX140" fmla="*/ 54250 w 10678681"/>
              <a:gd name="connsiteY140" fmla="*/ 1315838 h 1353297"/>
              <a:gd name="connsiteX141" fmla="*/ 28042 w 10678681"/>
              <a:gd name="connsiteY141" fmla="*/ 1297822 h 1353297"/>
              <a:gd name="connsiteX142" fmla="*/ 0 w 10678681"/>
              <a:gd name="connsiteY142" fmla="*/ 1294612 h 1353297"/>
              <a:gd name="connsiteX143" fmla="*/ 0 w 10678681"/>
              <a:gd name="connsiteY143"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36762 w 10678681"/>
              <a:gd name="connsiteY126" fmla="*/ 1237387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75396 w 10678681"/>
              <a:gd name="connsiteY117" fmla="*/ 1130148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87206 w 10678681"/>
              <a:gd name="connsiteY113" fmla="*/ 1246821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3297"/>
              <a:gd name="connsiteX1" fmla="*/ 10678681 w 10678681"/>
              <a:gd name="connsiteY1" fmla="*/ 0 h 1353297"/>
              <a:gd name="connsiteX2" fmla="*/ 10666019 w 10678681"/>
              <a:gd name="connsiteY2" fmla="*/ 7876 h 1353297"/>
              <a:gd name="connsiteX3" fmla="*/ 10632825 w 10678681"/>
              <a:gd name="connsiteY3" fmla="*/ 32153 h 1353297"/>
              <a:gd name="connsiteX4" fmla="*/ 10510605 w 10678681"/>
              <a:gd name="connsiteY4" fmla="*/ 30449 h 1353297"/>
              <a:gd name="connsiteX5" fmla="*/ 10456989 w 10678681"/>
              <a:gd name="connsiteY5" fmla="*/ 979 h 1353297"/>
              <a:gd name="connsiteX6" fmla="*/ 10438642 w 10678681"/>
              <a:gd name="connsiteY6" fmla="*/ 1524 h 1353297"/>
              <a:gd name="connsiteX7" fmla="*/ 10407146 w 10678681"/>
              <a:gd name="connsiteY7" fmla="*/ 43659 h 1353297"/>
              <a:gd name="connsiteX8" fmla="*/ 10357996 w 10678681"/>
              <a:gd name="connsiteY8" fmla="*/ 50836 h 1353297"/>
              <a:gd name="connsiteX9" fmla="*/ 10306667 w 10678681"/>
              <a:gd name="connsiteY9" fmla="*/ 109739 h 1353297"/>
              <a:gd name="connsiteX10" fmla="*/ 10115334 w 10678681"/>
              <a:gd name="connsiteY10" fmla="*/ 155658 h 1353297"/>
              <a:gd name="connsiteX11" fmla="*/ 10068157 w 10678681"/>
              <a:gd name="connsiteY11" fmla="*/ 215673 h 1353297"/>
              <a:gd name="connsiteX12" fmla="*/ 10045431 w 10678681"/>
              <a:gd name="connsiteY12" fmla="*/ 229568 h 1353297"/>
              <a:gd name="connsiteX13" fmla="*/ 10013265 w 10678681"/>
              <a:gd name="connsiteY13" fmla="*/ 284757 h 1353297"/>
              <a:gd name="connsiteX14" fmla="*/ 9862496 w 10678681"/>
              <a:gd name="connsiteY14" fmla="*/ 223033 h 1353297"/>
              <a:gd name="connsiteX15" fmla="*/ 9679638 w 10678681"/>
              <a:gd name="connsiteY15" fmla="*/ 277462 h 1353297"/>
              <a:gd name="connsiteX16" fmla="*/ 9498347 w 10678681"/>
              <a:gd name="connsiteY16" fmla="*/ 244723 h 1353297"/>
              <a:gd name="connsiteX17" fmla="*/ 9399702 w 10678681"/>
              <a:gd name="connsiteY17" fmla="*/ 276316 h 1353297"/>
              <a:gd name="connsiteX18" fmla="*/ 9378439 w 10678681"/>
              <a:gd name="connsiteY18" fmla="*/ 326244 h 1353297"/>
              <a:gd name="connsiteX19" fmla="*/ 9121744 w 10678681"/>
              <a:gd name="connsiteY19" fmla="*/ 365177 h 1353297"/>
              <a:gd name="connsiteX20" fmla="*/ 9061654 w 10678681"/>
              <a:gd name="connsiteY20" fmla="*/ 393730 h 1353297"/>
              <a:gd name="connsiteX21" fmla="*/ 8997577 w 10678681"/>
              <a:gd name="connsiteY21" fmla="*/ 380865 h 1353297"/>
              <a:gd name="connsiteX22" fmla="*/ 8907968 w 10678681"/>
              <a:gd name="connsiteY22" fmla="*/ 447345 h 1353297"/>
              <a:gd name="connsiteX23" fmla="*/ 8764163 w 10678681"/>
              <a:gd name="connsiteY23" fmla="*/ 471000 h 1353297"/>
              <a:gd name="connsiteX24" fmla="*/ 8680155 w 10678681"/>
              <a:gd name="connsiteY24" fmla="*/ 492404 h 1353297"/>
              <a:gd name="connsiteX25" fmla="*/ 8651436 w 10678681"/>
              <a:gd name="connsiteY25" fmla="*/ 511923 h 1353297"/>
              <a:gd name="connsiteX26" fmla="*/ 8609185 w 10678681"/>
              <a:gd name="connsiteY26" fmla="*/ 531525 h 1353297"/>
              <a:gd name="connsiteX27" fmla="*/ 8537091 w 10678681"/>
              <a:gd name="connsiteY27" fmla="*/ 574933 h 1353297"/>
              <a:gd name="connsiteX28" fmla="*/ 8435931 w 10678681"/>
              <a:gd name="connsiteY28" fmla="*/ 617926 h 1353297"/>
              <a:gd name="connsiteX29" fmla="*/ 8348623 w 10678681"/>
              <a:gd name="connsiteY29" fmla="*/ 600607 h 1353297"/>
              <a:gd name="connsiteX30" fmla="*/ 8344233 w 10678681"/>
              <a:gd name="connsiteY30" fmla="*/ 610922 h 1353297"/>
              <a:gd name="connsiteX31" fmla="*/ 8290622 w 10678681"/>
              <a:gd name="connsiteY31" fmla="*/ 622687 h 1353297"/>
              <a:gd name="connsiteX32" fmla="*/ 8086698 w 10678681"/>
              <a:gd name="connsiteY32" fmla="*/ 605185 h 1353297"/>
              <a:gd name="connsiteX33" fmla="*/ 7982378 w 10678681"/>
              <a:gd name="connsiteY33" fmla="*/ 629799 h 1353297"/>
              <a:gd name="connsiteX34" fmla="*/ 7947952 w 10678681"/>
              <a:gd name="connsiteY34" fmla="*/ 648003 h 1353297"/>
              <a:gd name="connsiteX35" fmla="*/ 7890112 w 10678681"/>
              <a:gd name="connsiteY35" fmla="*/ 677915 h 1353297"/>
              <a:gd name="connsiteX36" fmla="*/ 7853284 w 10678681"/>
              <a:gd name="connsiteY36" fmla="*/ 723588 h 1353297"/>
              <a:gd name="connsiteX37" fmla="*/ 7802383 w 10678681"/>
              <a:gd name="connsiteY37" fmla="*/ 739359 h 1353297"/>
              <a:gd name="connsiteX38" fmla="*/ 7730518 w 10678681"/>
              <a:gd name="connsiteY38" fmla="*/ 739526 h 1353297"/>
              <a:gd name="connsiteX39" fmla="*/ 7652907 w 10678681"/>
              <a:gd name="connsiteY39" fmla="*/ 783273 h 1353297"/>
              <a:gd name="connsiteX40" fmla="*/ 7606008 w 10678681"/>
              <a:gd name="connsiteY40" fmla="*/ 800717 h 1353297"/>
              <a:gd name="connsiteX41" fmla="*/ 7480223 w 10678681"/>
              <a:gd name="connsiteY41" fmla="*/ 856821 h 1353297"/>
              <a:gd name="connsiteX42" fmla="*/ 7356005 w 10678681"/>
              <a:gd name="connsiteY42" fmla="*/ 919462 h 1353297"/>
              <a:gd name="connsiteX43" fmla="*/ 7305396 w 10678681"/>
              <a:gd name="connsiteY43" fmla="*/ 986228 h 1353297"/>
              <a:gd name="connsiteX44" fmla="*/ 7266251 w 10678681"/>
              <a:gd name="connsiteY44" fmla="*/ 967864 h 1353297"/>
              <a:gd name="connsiteX45" fmla="*/ 7269396 w 10678681"/>
              <a:gd name="connsiteY45" fmla="*/ 989282 h 1353297"/>
              <a:gd name="connsiteX46" fmla="*/ 7258094 w 10678681"/>
              <a:gd name="connsiteY46" fmla="*/ 990679 h 1353297"/>
              <a:gd name="connsiteX47" fmla="*/ 7257893 w 10678681"/>
              <a:gd name="connsiteY47" fmla="*/ 991204 h 1353297"/>
              <a:gd name="connsiteX48" fmla="*/ 7247153 w 10678681"/>
              <a:gd name="connsiteY48" fmla="*/ 991550 h 1353297"/>
              <a:gd name="connsiteX49" fmla="*/ 7193612 w 10678681"/>
              <a:gd name="connsiteY49" fmla="*/ 987042 h 1353297"/>
              <a:gd name="connsiteX50" fmla="*/ 7132632 w 10678681"/>
              <a:gd name="connsiteY50" fmla="*/ 1042036 h 1353297"/>
              <a:gd name="connsiteX51" fmla="*/ 7105610 w 10678681"/>
              <a:gd name="connsiteY51" fmla="*/ 1053537 h 1353297"/>
              <a:gd name="connsiteX52" fmla="*/ 7069148 w 10678681"/>
              <a:gd name="connsiteY52" fmla="*/ 1047163 h 1353297"/>
              <a:gd name="connsiteX53" fmla="*/ 7039634 w 10678681"/>
              <a:gd name="connsiteY53" fmla="*/ 1059971 h 1353297"/>
              <a:gd name="connsiteX54" fmla="*/ 7033445 w 10678681"/>
              <a:gd name="connsiteY54" fmla="*/ 1063314 h 1353297"/>
              <a:gd name="connsiteX55" fmla="*/ 6999157 w 10678681"/>
              <a:gd name="connsiteY55" fmla="*/ 1055282 h 1353297"/>
              <a:gd name="connsiteX56" fmla="*/ 6981874 w 10678681"/>
              <a:gd name="connsiteY56" fmla="*/ 1053827 h 1353297"/>
              <a:gd name="connsiteX57" fmla="*/ 6976102 w 10678681"/>
              <a:gd name="connsiteY57" fmla="*/ 1047854 h 1353297"/>
              <a:gd name="connsiteX58" fmla="*/ 6951040 w 10678681"/>
              <a:gd name="connsiteY58" fmla="*/ 1048531 h 1353297"/>
              <a:gd name="connsiteX59" fmla="*/ 6948497 w 10678681"/>
              <a:gd name="connsiteY59" fmla="*/ 1050706 h 1353297"/>
              <a:gd name="connsiteX60" fmla="*/ 6926582 w 10678681"/>
              <a:gd name="connsiteY60" fmla="*/ 1043462 h 1353297"/>
              <a:gd name="connsiteX61" fmla="*/ 6833743 w 10678681"/>
              <a:gd name="connsiteY61" fmla="*/ 1027960 h 1353297"/>
              <a:gd name="connsiteX62" fmla="*/ 6687090 w 10678681"/>
              <a:gd name="connsiteY62" fmla="*/ 1063250 h 1353297"/>
              <a:gd name="connsiteX63" fmla="*/ 6437450 w 10678681"/>
              <a:gd name="connsiteY63" fmla="*/ 1101075 h 1353297"/>
              <a:gd name="connsiteX64" fmla="*/ 6327795 w 10678681"/>
              <a:gd name="connsiteY64" fmla="*/ 1088142 h 1353297"/>
              <a:gd name="connsiteX65" fmla="*/ 6136549 w 10678681"/>
              <a:gd name="connsiteY65" fmla="*/ 1100268 h 1353297"/>
              <a:gd name="connsiteX66" fmla="*/ 6004655 w 10678681"/>
              <a:gd name="connsiteY66" fmla="*/ 1114946 h 1353297"/>
              <a:gd name="connsiteX67" fmla="*/ 5936643 w 10678681"/>
              <a:gd name="connsiteY67" fmla="*/ 1095428 h 1353297"/>
              <a:gd name="connsiteX68" fmla="*/ 5912484 w 10678681"/>
              <a:gd name="connsiteY68" fmla="*/ 1112624 h 1353297"/>
              <a:gd name="connsiteX69" fmla="*/ 5908387 w 10678681"/>
              <a:gd name="connsiteY69" fmla="*/ 1116018 h 1353297"/>
              <a:gd name="connsiteX70" fmla="*/ 5890495 w 10678681"/>
              <a:gd name="connsiteY70" fmla="*/ 1120268 h 1353297"/>
              <a:gd name="connsiteX71" fmla="*/ 5887318 w 10678681"/>
              <a:gd name="connsiteY71" fmla="*/ 1133134 h 1353297"/>
              <a:gd name="connsiteX72" fmla="*/ 5861726 w 10678681"/>
              <a:gd name="connsiteY72" fmla="*/ 1147891 h 1353297"/>
              <a:gd name="connsiteX73" fmla="*/ 5805823 w 10678681"/>
              <a:gd name="connsiteY73" fmla="*/ 1152457 h 1353297"/>
              <a:gd name="connsiteX74" fmla="*/ 5689841 w 10678681"/>
              <a:gd name="connsiteY74" fmla="*/ 1176232 h 1353297"/>
              <a:gd name="connsiteX75" fmla="*/ 5605119 w 10678681"/>
              <a:gd name="connsiteY75" fmla="*/ 1190202 h 1353297"/>
              <a:gd name="connsiteX76" fmla="*/ 5488513 w 10678681"/>
              <a:gd name="connsiteY76" fmla="*/ 1205367 h 1353297"/>
              <a:gd name="connsiteX77" fmla="*/ 5402905 w 10678681"/>
              <a:gd name="connsiteY77" fmla="*/ 1241191 h 1353297"/>
              <a:gd name="connsiteX78" fmla="*/ 5285593 w 10678681"/>
              <a:gd name="connsiteY78" fmla="*/ 1273569 h 1353297"/>
              <a:gd name="connsiteX79" fmla="*/ 5192893 w 10678681"/>
              <a:gd name="connsiteY79" fmla="*/ 1247188 h 1353297"/>
              <a:gd name="connsiteX80" fmla="*/ 5186475 w 10678681"/>
              <a:gd name="connsiteY80" fmla="*/ 1257028 h 1353297"/>
              <a:gd name="connsiteX81" fmla="*/ 5126038 w 10678681"/>
              <a:gd name="connsiteY81" fmla="*/ 1263189 h 1353297"/>
              <a:gd name="connsiteX82" fmla="*/ 4894688 w 10678681"/>
              <a:gd name="connsiteY82" fmla="*/ 1247184 h 1353297"/>
              <a:gd name="connsiteX83" fmla="*/ 4788036 w 10678681"/>
              <a:gd name="connsiteY83" fmla="*/ 1238182 h 1353297"/>
              <a:gd name="connsiteX84" fmla="*/ 4747555 w 10678681"/>
              <a:gd name="connsiteY84" fmla="*/ 1252768 h 1353297"/>
              <a:gd name="connsiteX85" fmla="*/ 4679644 w 10678681"/>
              <a:gd name="connsiteY85" fmla="*/ 1276603 h 1353297"/>
              <a:gd name="connsiteX86" fmla="*/ 4632222 w 10678681"/>
              <a:gd name="connsiteY86" fmla="*/ 1318360 h 1353297"/>
              <a:gd name="connsiteX87" fmla="*/ 4617358 w 10678681"/>
              <a:gd name="connsiteY87" fmla="*/ 1327690 h 1353297"/>
              <a:gd name="connsiteX88" fmla="*/ 4589102 w 10678681"/>
              <a:gd name="connsiteY88" fmla="*/ 1321223 h 1353297"/>
              <a:gd name="connsiteX89" fmla="*/ 4578184 w 10678681"/>
              <a:gd name="connsiteY89" fmla="*/ 1326745 h 1353297"/>
              <a:gd name="connsiteX90" fmla="*/ 4574270 w 10678681"/>
              <a:gd name="connsiteY90" fmla="*/ 1325878 h 1353297"/>
              <a:gd name="connsiteX91" fmla="*/ 4564919 w 10678681"/>
              <a:gd name="connsiteY91" fmla="*/ 1325507 h 1353297"/>
              <a:gd name="connsiteX92" fmla="*/ 4566586 w 10678681"/>
              <a:gd name="connsiteY92" fmla="*/ 1316963 h 1353297"/>
              <a:gd name="connsiteX93" fmla="*/ 4556303 w 10678681"/>
              <a:gd name="connsiteY93" fmla="*/ 1300262 h 1353297"/>
              <a:gd name="connsiteX94" fmla="*/ 4502358 w 10678681"/>
              <a:gd name="connsiteY94" fmla="*/ 1302558 h 1353297"/>
              <a:gd name="connsiteX95" fmla="*/ 4498919 w 10678681"/>
              <a:gd name="connsiteY95" fmla="*/ 1312115 h 1353297"/>
              <a:gd name="connsiteX96" fmla="*/ 4492075 w 10678681"/>
              <a:gd name="connsiteY96" fmla="*/ 1313357 h 1353297"/>
              <a:gd name="connsiteX97" fmla="*/ 4487466 w 10678681"/>
              <a:gd name="connsiteY97" fmla="*/ 1304102 h 1353297"/>
              <a:gd name="connsiteX98" fmla="*/ 4398292 w 10678681"/>
              <a:gd name="connsiteY98" fmla="*/ 1278410 h 1353297"/>
              <a:gd name="connsiteX99" fmla="*/ 4306088 w 10678681"/>
              <a:gd name="connsiteY99" fmla="*/ 1282512 h 1353297"/>
              <a:gd name="connsiteX100" fmla="*/ 4188995 w 10678681"/>
              <a:gd name="connsiteY100" fmla="*/ 1296718 h 1353297"/>
              <a:gd name="connsiteX101" fmla="*/ 4136582 w 10678681"/>
              <a:gd name="connsiteY101" fmla="*/ 1287687 h 1353297"/>
              <a:gd name="connsiteX102" fmla="*/ 4064614 w 10678681"/>
              <a:gd name="connsiteY102" fmla="*/ 1296118 h 1353297"/>
              <a:gd name="connsiteX103" fmla="*/ 3906561 w 10678681"/>
              <a:gd name="connsiteY103" fmla="*/ 1352435 h 1353297"/>
              <a:gd name="connsiteX104" fmla="*/ 3787890 w 10678681"/>
              <a:gd name="connsiteY104" fmla="*/ 1352442 h 1353297"/>
              <a:gd name="connsiteX105" fmla="*/ 3745993 w 10678681"/>
              <a:gd name="connsiteY105" fmla="*/ 1342630 h 1353297"/>
              <a:gd name="connsiteX106" fmla="*/ 3675785 w 10678681"/>
              <a:gd name="connsiteY106" fmla="*/ 1326802 h 1353297"/>
              <a:gd name="connsiteX107" fmla="*/ 3623856 w 10678681"/>
              <a:gd name="connsiteY107" fmla="*/ 1290804 h 1353297"/>
              <a:gd name="connsiteX108" fmla="*/ 3564933 w 10678681"/>
              <a:gd name="connsiteY108" fmla="*/ 1287147 h 1353297"/>
              <a:gd name="connsiteX109" fmla="*/ 3550537 w 10678681"/>
              <a:gd name="connsiteY109" fmla="*/ 1317552 h 1353297"/>
              <a:gd name="connsiteX110" fmla="*/ 3487736 w 10678681"/>
              <a:gd name="connsiteY110" fmla="*/ 1303493 h 1353297"/>
              <a:gd name="connsiteX111" fmla="*/ 3392548 w 10678681"/>
              <a:gd name="connsiteY111" fmla="*/ 1278741 h 1353297"/>
              <a:gd name="connsiteX112" fmla="*/ 3337466 w 10678681"/>
              <a:gd name="connsiteY112" fmla="*/ 1272537 h 1353297"/>
              <a:gd name="connsiteX113" fmla="*/ 3175981 w 10678681"/>
              <a:gd name="connsiteY113" fmla="*/ 1208973 h 1353297"/>
              <a:gd name="connsiteX114" fmla="*/ 3036856 w 10678681"/>
              <a:gd name="connsiteY114" fmla="*/ 1214383 h 1353297"/>
              <a:gd name="connsiteX115" fmla="*/ 2824973 w 10678681"/>
              <a:gd name="connsiteY115" fmla="*/ 1134864 h 1353297"/>
              <a:gd name="connsiteX116" fmla="*/ 2804398 w 10678681"/>
              <a:gd name="connsiteY116" fmla="*/ 1125556 h 1353297"/>
              <a:gd name="connsiteX117" fmla="*/ 2736109 w 10678681"/>
              <a:gd name="connsiteY117" fmla="*/ 1137717 h 1353297"/>
              <a:gd name="connsiteX118" fmla="*/ 2659096 w 10678681"/>
              <a:gd name="connsiteY118" fmla="*/ 1150294 h 1353297"/>
              <a:gd name="connsiteX119" fmla="*/ 2567088 w 10678681"/>
              <a:gd name="connsiteY119" fmla="*/ 1181781 h 1353297"/>
              <a:gd name="connsiteX120" fmla="*/ 2454501 w 10678681"/>
              <a:gd name="connsiteY120" fmla="*/ 1155455 h 1353297"/>
              <a:gd name="connsiteX121" fmla="*/ 2385161 w 10678681"/>
              <a:gd name="connsiteY121" fmla="*/ 1161312 h 1353297"/>
              <a:gd name="connsiteX122" fmla="*/ 2273361 w 10678681"/>
              <a:gd name="connsiteY122" fmla="*/ 1134090 h 1353297"/>
              <a:gd name="connsiteX123" fmla="*/ 2132003 w 10678681"/>
              <a:gd name="connsiteY123" fmla="*/ 1139225 h 1353297"/>
              <a:gd name="connsiteX124" fmla="*/ 2041224 w 10678681"/>
              <a:gd name="connsiteY124" fmla="*/ 1147536 h 1353297"/>
              <a:gd name="connsiteX125" fmla="*/ 2010157 w 10678681"/>
              <a:gd name="connsiteY125" fmla="*/ 1152767 h 1353297"/>
              <a:gd name="connsiteX126" fmla="*/ 1859213 w 10678681"/>
              <a:gd name="connsiteY126" fmla="*/ 1199540 h 1353297"/>
              <a:gd name="connsiteX127" fmla="*/ 1735877 w 10678681"/>
              <a:gd name="connsiteY127" fmla="*/ 1246527 h 1353297"/>
              <a:gd name="connsiteX128" fmla="*/ 1705069 w 10678681"/>
              <a:gd name="connsiteY128" fmla="*/ 1251989 h 1353297"/>
              <a:gd name="connsiteX129" fmla="*/ 1307888 w 10678681"/>
              <a:gd name="connsiteY129" fmla="*/ 1283156 h 1353297"/>
              <a:gd name="connsiteX130" fmla="*/ 1220734 w 10678681"/>
              <a:gd name="connsiteY130" fmla="*/ 1257811 h 1353297"/>
              <a:gd name="connsiteX131" fmla="*/ 1021737 w 10678681"/>
              <a:gd name="connsiteY131" fmla="*/ 1238739 h 1353297"/>
              <a:gd name="connsiteX132" fmla="*/ 959820 w 10678681"/>
              <a:gd name="connsiteY132" fmla="*/ 1275863 h 1353297"/>
              <a:gd name="connsiteX133" fmla="*/ 929137 w 10678681"/>
              <a:gd name="connsiteY133" fmla="*/ 1273957 h 1353297"/>
              <a:gd name="connsiteX134" fmla="*/ 878849 w 10678681"/>
              <a:gd name="connsiteY134" fmla="*/ 1266740 h 1353297"/>
              <a:gd name="connsiteX135" fmla="*/ 800667 w 10678681"/>
              <a:gd name="connsiteY135" fmla="*/ 1282041 h 1353297"/>
              <a:gd name="connsiteX136" fmla="*/ 644906 w 10678681"/>
              <a:gd name="connsiteY136" fmla="*/ 1273685 h 1353297"/>
              <a:gd name="connsiteX137" fmla="*/ 379869 w 10678681"/>
              <a:gd name="connsiteY137" fmla="*/ 1339165 h 1353297"/>
              <a:gd name="connsiteX138" fmla="*/ 137696 w 10678681"/>
              <a:gd name="connsiteY138" fmla="*/ 1319217 h 1353297"/>
              <a:gd name="connsiteX139" fmla="*/ 54250 w 10678681"/>
              <a:gd name="connsiteY139" fmla="*/ 1315838 h 1353297"/>
              <a:gd name="connsiteX140" fmla="*/ 28042 w 10678681"/>
              <a:gd name="connsiteY140" fmla="*/ 1297822 h 1353297"/>
              <a:gd name="connsiteX141" fmla="*/ 0 w 10678681"/>
              <a:gd name="connsiteY141" fmla="*/ 1294612 h 1353297"/>
              <a:gd name="connsiteX142" fmla="*/ 0 w 10678681"/>
              <a:gd name="connsiteY142" fmla="*/ 0 h 1353297"/>
              <a:gd name="connsiteX0" fmla="*/ 0 w 10678681"/>
              <a:gd name="connsiteY0" fmla="*/ 0 h 1352443"/>
              <a:gd name="connsiteX1" fmla="*/ 10678681 w 10678681"/>
              <a:gd name="connsiteY1" fmla="*/ 0 h 1352443"/>
              <a:gd name="connsiteX2" fmla="*/ 10666019 w 10678681"/>
              <a:gd name="connsiteY2" fmla="*/ 7876 h 1352443"/>
              <a:gd name="connsiteX3" fmla="*/ 10632825 w 10678681"/>
              <a:gd name="connsiteY3" fmla="*/ 32153 h 1352443"/>
              <a:gd name="connsiteX4" fmla="*/ 10510605 w 10678681"/>
              <a:gd name="connsiteY4" fmla="*/ 30449 h 1352443"/>
              <a:gd name="connsiteX5" fmla="*/ 10456989 w 10678681"/>
              <a:gd name="connsiteY5" fmla="*/ 979 h 1352443"/>
              <a:gd name="connsiteX6" fmla="*/ 10438642 w 10678681"/>
              <a:gd name="connsiteY6" fmla="*/ 1524 h 1352443"/>
              <a:gd name="connsiteX7" fmla="*/ 10407146 w 10678681"/>
              <a:gd name="connsiteY7" fmla="*/ 43659 h 1352443"/>
              <a:gd name="connsiteX8" fmla="*/ 10357996 w 10678681"/>
              <a:gd name="connsiteY8" fmla="*/ 50836 h 1352443"/>
              <a:gd name="connsiteX9" fmla="*/ 10306667 w 10678681"/>
              <a:gd name="connsiteY9" fmla="*/ 109739 h 1352443"/>
              <a:gd name="connsiteX10" fmla="*/ 10115334 w 10678681"/>
              <a:gd name="connsiteY10" fmla="*/ 155658 h 1352443"/>
              <a:gd name="connsiteX11" fmla="*/ 10068157 w 10678681"/>
              <a:gd name="connsiteY11" fmla="*/ 215673 h 1352443"/>
              <a:gd name="connsiteX12" fmla="*/ 10045431 w 10678681"/>
              <a:gd name="connsiteY12" fmla="*/ 229568 h 1352443"/>
              <a:gd name="connsiteX13" fmla="*/ 10013265 w 10678681"/>
              <a:gd name="connsiteY13" fmla="*/ 284757 h 1352443"/>
              <a:gd name="connsiteX14" fmla="*/ 9862496 w 10678681"/>
              <a:gd name="connsiteY14" fmla="*/ 223033 h 1352443"/>
              <a:gd name="connsiteX15" fmla="*/ 9679638 w 10678681"/>
              <a:gd name="connsiteY15" fmla="*/ 277462 h 1352443"/>
              <a:gd name="connsiteX16" fmla="*/ 9498347 w 10678681"/>
              <a:gd name="connsiteY16" fmla="*/ 244723 h 1352443"/>
              <a:gd name="connsiteX17" fmla="*/ 9399702 w 10678681"/>
              <a:gd name="connsiteY17" fmla="*/ 276316 h 1352443"/>
              <a:gd name="connsiteX18" fmla="*/ 9378439 w 10678681"/>
              <a:gd name="connsiteY18" fmla="*/ 326244 h 1352443"/>
              <a:gd name="connsiteX19" fmla="*/ 9121744 w 10678681"/>
              <a:gd name="connsiteY19" fmla="*/ 365177 h 1352443"/>
              <a:gd name="connsiteX20" fmla="*/ 9061654 w 10678681"/>
              <a:gd name="connsiteY20" fmla="*/ 393730 h 1352443"/>
              <a:gd name="connsiteX21" fmla="*/ 8997577 w 10678681"/>
              <a:gd name="connsiteY21" fmla="*/ 380865 h 1352443"/>
              <a:gd name="connsiteX22" fmla="*/ 8907968 w 10678681"/>
              <a:gd name="connsiteY22" fmla="*/ 447345 h 1352443"/>
              <a:gd name="connsiteX23" fmla="*/ 8764163 w 10678681"/>
              <a:gd name="connsiteY23" fmla="*/ 471000 h 1352443"/>
              <a:gd name="connsiteX24" fmla="*/ 8680155 w 10678681"/>
              <a:gd name="connsiteY24" fmla="*/ 492404 h 1352443"/>
              <a:gd name="connsiteX25" fmla="*/ 8651436 w 10678681"/>
              <a:gd name="connsiteY25" fmla="*/ 511923 h 1352443"/>
              <a:gd name="connsiteX26" fmla="*/ 8609185 w 10678681"/>
              <a:gd name="connsiteY26" fmla="*/ 531525 h 1352443"/>
              <a:gd name="connsiteX27" fmla="*/ 8537091 w 10678681"/>
              <a:gd name="connsiteY27" fmla="*/ 574933 h 1352443"/>
              <a:gd name="connsiteX28" fmla="*/ 8435931 w 10678681"/>
              <a:gd name="connsiteY28" fmla="*/ 617926 h 1352443"/>
              <a:gd name="connsiteX29" fmla="*/ 8348623 w 10678681"/>
              <a:gd name="connsiteY29" fmla="*/ 600607 h 1352443"/>
              <a:gd name="connsiteX30" fmla="*/ 8344233 w 10678681"/>
              <a:gd name="connsiteY30" fmla="*/ 610922 h 1352443"/>
              <a:gd name="connsiteX31" fmla="*/ 8290622 w 10678681"/>
              <a:gd name="connsiteY31" fmla="*/ 622687 h 1352443"/>
              <a:gd name="connsiteX32" fmla="*/ 8086698 w 10678681"/>
              <a:gd name="connsiteY32" fmla="*/ 605185 h 1352443"/>
              <a:gd name="connsiteX33" fmla="*/ 7982378 w 10678681"/>
              <a:gd name="connsiteY33" fmla="*/ 629799 h 1352443"/>
              <a:gd name="connsiteX34" fmla="*/ 7947952 w 10678681"/>
              <a:gd name="connsiteY34" fmla="*/ 648003 h 1352443"/>
              <a:gd name="connsiteX35" fmla="*/ 7890112 w 10678681"/>
              <a:gd name="connsiteY35" fmla="*/ 677915 h 1352443"/>
              <a:gd name="connsiteX36" fmla="*/ 7853284 w 10678681"/>
              <a:gd name="connsiteY36" fmla="*/ 723588 h 1352443"/>
              <a:gd name="connsiteX37" fmla="*/ 7802383 w 10678681"/>
              <a:gd name="connsiteY37" fmla="*/ 739359 h 1352443"/>
              <a:gd name="connsiteX38" fmla="*/ 7730518 w 10678681"/>
              <a:gd name="connsiteY38" fmla="*/ 739526 h 1352443"/>
              <a:gd name="connsiteX39" fmla="*/ 7652907 w 10678681"/>
              <a:gd name="connsiteY39" fmla="*/ 783273 h 1352443"/>
              <a:gd name="connsiteX40" fmla="*/ 7606008 w 10678681"/>
              <a:gd name="connsiteY40" fmla="*/ 800717 h 1352443"/>
              <a:gd name="connsiteX41" fmla="*/ 7480223 w 10678681"/>
              <a:gd name="connsiteY41" fmla="*/ 856821 h 1352443"/>
              <a:gd name="connsiteX42" fmla="*/ 7356005 w 10678681"/>
              <a:gd name="connsiteY42" fmla="*/ 919462 h 1352443"/>
              <a:gd name="connsiteX43" fmla="*/ 7305396 w 10678681"/>
              <a:gd name="connsiteY43" fmla="*/ 986228 h 1352443"/>
              <a:gd name="connsiteX44" fmla="*/ 7266251 w 10678681"/>
              <a:gd name="connsiteY44" fmla="*/ 967864 h 1352443"/>
              <a:gd name="connsiteX45" fmla="*/ 7269396 w 10678681"/>
              <a:gd name="connsiteY45" fmla="*/ 989282 h 1352443"/>
              <a:gd name="connsiteX46" fmla="*/ 7258094 w 10678681"/>
              <a:gd name="connsiteY46" fmla="*/ 990679 h 1352443"/>
              <a:gd name="connsiteX47" fmla="*/ 7257893 w 10678681"/>
              <a:gd name="connsiteY47" fmla="*/ 991204 h 1352443"/>
              <a:gd name="connsiteX48" fmla="*/ 7247153 w 10678681"/>
              <a:gd name="connsiteY48" fmla="*/ 991550 h 1352443"/>
              <a:gd name="connsiteX49" fmla="*/ 7193612 w 10678681"/>
              <a:gd name="connsiteY49" fmla="*/ 987042 h 1352443"/>
              <a:gd name="connsiteX50" fmla="*/ 7132632 w 10678681"/>
              <a:gd name="connsiteY50" fmla="*/ 1042036 h 1352443"/>
              <a:gd name="connsiteX51" fmla="*/ 7105610 w 10678681"/>
              <a:gd name="connsiteY51" fmla="*/ 1053537 h 1352443"/>
              <a:gd name="connsiteX52" fmla="*/ 7069148 w 10678681"/>
              <a:gd name="connsiteY52" fmla="*/ 1047163 h 1352443"/>
              <a:gd name="connsiteX53" fmla="*/ 7039634 w 10678681"/>
              <a:gd name="connsiteY53" fmla="*/ 1059971 h 1352443"/>
              <a:gd name="connsiteX54" fmla="*/ 7033445 w 10678681"/>
              <a:gd name="connsiteY54" fmla="*/ 1063314 h 1352443"/>
              <a:gd name="connsiteX55" fmla="*/ 6999157 w 10678681"/>
              <a:gd name="connsiteY55" fmla="*/ 1055282 h 1352443"/>
              <a:gd name="connsiteX56" fmla="*/ 6981874 w 10678681"/>
              <a:gd name="connsiteY56" fmla="*/ 1053827 h 1352443"/>
              <a:gd name="connsiteX57" fmla="*/ 6976102 w 10678681"/>
              <a:gd name="connsiteY57" fmla="*/ 1047854 h 1352443"/>
              <a:gd name="connsiteX58" fmla="*/ 6951040 w 10678681"/>
              <a:gd name="connsiteY58" fmla="*/ 1048531 h 1352443"/>
              <a:gd name="connsiteX59" fmla="*/ 6948497 w 10678681"/>
              <a:gd name="connsiteY59" fmla="*/ 1050706 h 1352443"/>
              <a:gd name="connsiteX60" fmla="*/ 6926582 w 10678681"/>
              <a:gd name="connsiteY60" fmla="*/ 1043462 h 1352443"/>
              <a:gd name="connsiteX61" fmla="*/ 6833743 w 10678681"/>
              <a:gd name="connsiteY61" fmla="*/ 1027960 h 1352443"/>
              <a:gd name="connsiteX62" fmla="*/ 6687090 w 10678681"/>
              <a:gd name="connsiteY62" fmla="*/ 1063250 h 1352443"/>
              <a:gd name="connsiteX63" fmla="*/ 6437450 w 10678681"/>
              <a:gd name="connsiteY63" fmla="*/ 1101075 h 1352443"/>
              <a:gd name="connsiteX64" fmla="*/ 6327795 w 10678681"/>
              <a:gd name="connsiteY64" fmla="*/ 1088142 h 1352443"/>
              <a:gd name="connsiteX65" fmla="*/ 6136549 w 10678681"/>
              <a:gd name="connsiteY65" fmla="*/ 1100268 h 1352443"/>
              <a:gd name="connsiteX66" fmla="*/ 6004655 w 10678681"/>
              <a:gd name="connsiteY66" fmla="*/ 1114946 h 1352443"/>
              <a:gd name="connsiteX67" fmla="*/ 5936643 w 10678681"/>
              <a:gd name="connsiteY67" fmla="*/ 1095428 h 1352443"/>
              <a:gd name="connsiteX68" fmla="*/ 5912484 w 10678681"/>
              <a:gd name="connsiteY68" fmla="*/ 1112624 h 1352443"/>
              <a:gd name="connsiteX69" fmla="*/ 5908387 w 10678681"/>
              <a:gd name="connsiteY69" fmla="*/ 1116018 h 1352443"/>
              <a:gd name="connsiteX70" fmla="*/ 5890495 w 10678681"/>
              <a:gd name="connsiteY70" fmla="*/ 1120268 h 1352443"/>
              <a:gd name="connsiteX71" fmla="*/ 5887318 w 10678681"/>
              <a:gd name="connsiteY71" fmla="*/ 1133134 h 1352443"/>
              <a:gd name="connsiteX72" fmla="*/ 5861726 w 10678681"/>
              <a:gd name="connsiteY72" fmla="*/ 1147891 h 1352443"/>
              <a:gd name="connsiteX73" fmla="*/ 5805823 w 10678681"/>
              <a:gd name="connsiteY73" fmla="*/ 1152457 h 1352443"/>
              <a:gd name="connsiteX74" fmla="*/ 5689841 w 10678681"/>
              <a:gd name="connsiteY74" fmla="*/ 1176232 h 1352443"/>
              <a:gd name="connsiteX75" fmla="*/ 5605119 w 10678681"/>
              <a:gd name="connsiteY75" fmla="*/ 1190202 h 1352443"/>
              <a:gd name="connsiteX76" fmla="*/ 5488513 w 10678681"/>
              <a:gd name="connsiteY76" fmla="*/ 1205367 h 1352443"/>
              <a:gd name="connsiteX77" fmla="*/ 5402905 w 10678681"/>
              <a:gd name="connsiteY77" fmla="*/ 1241191 h 1352443"/>
              <a:gd name="connsiteX78" fmla="*/ 5285593 w 10678681"/>
              <a:gd name="connsiteY78" fmla="*/ 1273569 h 1352443"/>
              <a:gd name="connsiteX79" fmla="*/ 5192893 w 10678681"/>
              <a:gd name="connsiteY79" fmla="*/ 1247188 h 1352443"/>
              <a:gd name="connsiteX80" fmla="*/ 5186475 w 10678681"/>
              <a:gd name="connsiteY80" fmla="*/ 1257028 h 1352443"/>
              <a:gd name="connsiteX81" fmla="*/ 5126038 w 10678681"/>
              <a:gd name="connsiteY81" fmla="*/ 1263189 h 1352443"/>
              <a:gd name="connsiteX82" fmla="*/ 4894688 w 10678681"/>
              <a:gd name="connsiteY82" fmla="*/ 1247184 h 1352443"/>
              <a:gd name="connsiteX83" fmla="*/ 4788036 w 10678681"/>
              <a:gd name="connsiteY83" fmla="*/ 1238182 h 1352443"/>
              <a:gd name="connsiteX84" fmla="*/ 4747555 w 10678681"/>
              <a:gd name="connsiteY84" fmla="*/ 1252768 h 1352443"/>
              <a:gd name="connsiteX85" fmla="*/ 4679644 w 10678681"/>
              <a:gd name="connsiteY85" fmla="*/ 1276603 h 1352443"/>
              <a:gd name="connsiteX86" fmla="*/ 4632222 w 10678681"/>
              <a:gd name="connsiteY86" fmla="*/ 1318360 h 1352443"/>
              <a:gd name="connsiteX87" fmla="*/ 4617358 w 10678681"/>
              <a:gd name="connsiteY87" fmla="*/ 1327690 h 1352443"/>
              <a:gd name="connsiteX88" fmla="*/ 4589102 w 10678681"/>
              <a:gd name="connsiteY88" fmla="*/ 1321223 h 1352443"/>
              <a:gd name="connsiteX89" fmla="*/ 4578184 w 10678681"/>
              <a:gd name="connsiteY89" fmla="*/ 1326745 h 1352443"/>
              <a:gd name="connsiteX90" fmla="*/ 4574270 w 10678681"/>
              <a:gd name="connsiteY90" fmla="*/ 1325878 h 1352443"/>
              <a:gd name="connsiteX91" fmla="*/ 4564919 w 10678681"/>
              <a:gd name="connsiteY91" fmla="*/ 1325507 h 1352443"/>
              <a:gd name="connsiteX92" fmla="*/ 4566586 w 10678681"/>
              <a:gd name="connsiteY92" fmla="*/ 1316963 h 1352443"/>
              <a:gd name="connsiteX93" fmla="*/ 4556303 w 10678681"/>
              <a:gd name="connsiteY93" fmla="*/ 1300262 h 1352443"/>
              <a:gd name="connsiteX94" fmla="*/ 4502358 w 10678681"/>
              <a:gd name="connsiteY94" fmla="*/ 1302558 h 1352443"/>
              <a:gd name="connsiteX95" fmla="*/ 4498919 w 10678681"/>
              <a:gd name="connsiteY95" fmla="*/ 1312115 h 1352443"/>
              <a:gd name="connsiteX96" fmla="*/ 4492075 w 10678681"/>
              <a:gd name="connsiteY96" fmla="*/ 1313357 h 1352443"/>
              <a:gd name="connsiteX97" fmla="*/ 4487466 w 10678681"/>
              <a:gd name="connsiteY97" fmla="*/ 1304102 h 1352443"/>
              <a:gd name="connsiteX98" fmla="*/ 4398292 w 10678681"/>
              <a:gd name="connsiteY98" fmla="*/ 1278410 h 1352443"/>
              <a:gd name="connsiteX99" fmla="*/ 4306088 w 10678681"/>
              <a:gd name="connsiteY99" fmla="*/ 1282512 h 1352443"/>
              <a:gd name="connsiteX100" fmla="*/ 4188995 w 10678681"/>
              <a:gd name="connsiteY100" fmla="*/ 1296718 h 1352443"/>
              <a:gd name="connsiteX101" fmla="*/ 4136582 w 10678681"/>
              <a:gd name="connsiteY101" fmla="*/ 1287687 h 1352443"/>
              <a:gd name="connsiteX102" fmla="*/ 4064614 w 10678681"/>
              <a:gd name="connsiteY102" fmla="*/ 1296118 h 1352443"/>
              <a:gd name="connsiteX103" fmla="*/ 3900948 w 10678681"/>
              <a:gd name="connsiteY103" fmla="*/ 1322156 h 1352443"/>
              <a:gd name="connsiteX104" fmla="*/ 3787890 w 10678681"/>
              <a:gd name="connsiteY104" fmla="*/ 1352442 h 1352443"/>
              <a:gd name="connsiteX105" fmla="*/ 3745993 w 10678681"/>
              <a:gd name="connsiteY105" fmla="*/ 1342630 h 1352443"/>
              <a:gd name="connsiteX106" fmla="*/ 3675785 w 10678681"/>
              <a:gd name="connsiteY106" fmla="*/ 1326802 h 1352443"/>
              <a:gd name="connsiteX107" fmla="*/ 3623856 w 10678681"/>
              <a:gd name="connsiteY107" fmla="*/ 1290804 h 1352443"/>
              <a:gd name="connsiteX108" fmla="*/ 3564933 w 10678681"/>
              <a:gd name="connsiteY108" fmla="*/ 1287147 h 1352443"/>
              <a:gd name="connsiteX109" fmla="*/ 3550537 w 10678681"/>
              <a:gd name="connsiteY109" fmla="*/ 1317552 h 1352443"/>
              <a:gd name="connsiteX110" fmla="*/ 3487736 w 10678681"/>
              <a:gd name="connsiteY110" fmla="*/ 1303493 h 1352443"/>
              <a:gd name="connsiteX111" fmla="*/ 3392548 w 10678681"/>
              <a:gd name="connsiteY111" fmla="*/ 1278741 h 1352443"/>
              <a:gd name="connsiteX112" fmla="*/ 3337466 w 10678681"/>
              <a:gd name="connsiteY112" fmla="*/ 1272537 h 1352443"/>
              <a:gd name="connsiteX113" fmla="*/ 3175981 w 10678681"/>
              <a:gd name="connsiteY113" fmla="*/ 1208973 h 1352443"/>
              <a:gd name="connsiteX114" fmla="*/ 3036856 w 10678681"/>
              <a:gd name="connsiteY114" fmla="*/ 1214383 h 1352443"/>
              <a:gd name="connsiteX115" fmla="*/ 2824973 w 10678681"/>
              <a:gd name="connsiteY115" fmla="*/ 1134864 h 1352443"/>
              <a:gd name="connsiteX116" fmla="*/ 2804398 w 10678681"/>
              <a:gd name="connsiteY116" fmla="*/ 1125556 h 1352443"/>
              <a:gd name="connsiteX117" fmla="*/ 2736109 w 10678681"/>
              <a:gd name="connsiteY117" fmla="*/ 1137717 h 1352443"/>
              <a:gd name="connsiteX118" fmla="*/ 2659096 w 10678681"/>
              <a:gd name="connsiteY118" fmla="*/ 1150294 h 1352443"/>
              <a:gd name="connsiteX119" fmla="*/ 2567088 w 10678681"/>
              <a:gd name="connsiteY119" fmla="*/ 1181781 h 1352443"/>
              <a:gd name="connsiteX120" fmla="*/ 2454501 w 10678681"/>
              <a:gd name="connsiteY120" fmla="*/ 1155455 h 1352443"/>
              <a:gd name="connsiteX121" fmla="*/ 2385161 w 10678681"/>
              <a:gd name="connsiteY121" fmla="*/ 1161312 h 1352443"/>
              <a:gd name="connsiteX122" fmla="*/ 2273361 w 10678681"/>
              <a:gd name="connsiteY122" fmla="*/ 1134090 h 1352443"/>
              <a:gd name="connsiteX123" fmla="*/ 2132003 w 10678681"/>
              <a:gd name="connsiteY123" fmla="*/ 1139225 h 1352443"/>
              <a:gd name="connsiteX124" fmla="*/ 2041224 w 10678681"/>
              <a:gd name="connsiteY124" fmla="*/ 1147536 h 1352443"/>
              <a:gd name="connsiteX125" fmla="*/ 2010157 w 10678681"/>
              <a:gd name="connsiteY125" fmla="*/ 1152767 h 1352443"/>
              <a:gd name="connsiteX126" fmla="*/ 1859213 w 10678681"/>
              <a:gd name="connsiteY126" fmla="*/ 1199540 h 1352443"/>
              <a:gd name="connsiteX127" fmla="*/ 1735877 w 10678681"/>
              <a:gd name="connsiteY127" fmla="*/ 1246527 h 1352443"/>
              <a:gd name="connsiteX128" fmla="*/ 1705069 w 10678681"/>
              <a:gd name="connsiteY128" fmla="*/ 1251989 h 1352443"/>
              <a:gd name="connsiteX129" fmla="*/ 1307888 w 10678681"/>
              <a:gd name="connsiteY129" fmla="*/ 1283156 h 1352443"/>
              <a:gd name="connsiteX130" fmla="*/ 1220734 w 10678681"/>
              <a:gd name="connsiteY130" fmla="*/ 1257811 h 1352443"/>
              <a:gd name="connsiteX131" fmla="*/ 1021737 w 10678681"/>
              <a:gd name="connsiteY131" fmla="*/ 1238739 h 1352443"/>
              <a:gd name="connsiteX132" fmla="*/ 959820 w 10678681"/>
              <a:gd name="connsiteY132" fmla="*/ 1275863 h 1352443"/>
              <a:gd name="connsiteX133" fmla="*/ 929137 w 10678681"/>
              <a:gd name="connsiteY133" fmla="*/ 1273957 h 1352443"/>
              <a:gd name="connsiteX134" fmla="*/ 878849 w 10678681"/>
              <a:gd name="connsiteY134" fmla="*/ 1266740 h 1352443"/>
              <a:gd name="connsiteX135" fmla="*/ 800667 w 10678681"/>
              <a:gd name="connsiteY135" fmla="*/ 1282041 h 1352443"/>
              <a:gd name="connsiteX136" fmla="*/ 644906 w 10678681"/>
              <a:gd name="connsiteY136" fmla="*/ 1273685 h 1352443"/>
              <a:gd name="connsiteX137" fmla="*/ 379869 w 10678681"/>
              <a:gd name="connsiteY137" fmla="*/ 1339165 h 1352443"/>
              <a:gd name="connsiteX138" fmla="*/ 137696 w 10678681"/>
              <a:gd name="connsiteY138" fmla="*/ 1319217 h 1352443"/>
              <a:gd name="connsiteX139" fmla="*/ 54250 w 10678681"/>
              <a:gd name="connsiteY139" fmla="*/ 1315838 h 1352443"/>
              <a:gd name="connsiteX140" fmla="*/ 28042 w 10678681"/>
              <a:gd name="connsiteY140" fmla="*/ 1297822 h 1352443"/>
              <a:gd name="connsiteX141" fmla="*/ 0 w 10678681"/>
              <a:gd name="connsiteY141" fmla="*/ 1294612 h 1352443"/>
              <a:gd name="connsiteX142" fmla="*/ 0 w 10678681"/>
              <a:gd name="connsiteY142" fmla="*/ 0 h 1352443"/>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62496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10013265 w 10678681"/>
              <a:gd name="connsiteY13" fmla="*/ 284757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306667 w 10678681"/>
              <a:gd name="connsiteY9" fmla="*/ 10973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57996 w 10678681"/>
              <a:gd name="connsiteY8" fmla="*/ 50836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0605 w 10678681"/>
              <a:gd name="connsiteY4" fmla="*/ 30449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78439 w 10678681"/>
              <a:gd name="connsiteY18" fmla="*/ 32624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22314 w 10678681"/>
              <a:gd name="connsiteY18" fmla="*/ 333814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99702 w 10678681"/>
              <a:gd name="connsiteY17" fmla="*/ 276316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7450 w 10678681"/>
              <a:gd name="connsiteY63" fmla="*/ 1101075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69396 w 10678681"/>
              <a:gd name="connsiteY45" fmla="*/ 989282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290622 w 10678681"/>
              <a:gd name="connsiteY31" fmla="*/ 622687 h 1342734"/>
              <a:gd name="connsiteX32" fmla="*/ 8086698 w 10678681"/>
              <a:gd name="connsiteY32" fmla="*/ 605185 h 1342734"/>
              <a:gd name="connsiteX33" fmla="*/ 7982378 w 10678681"/>
              <a:gd name="connsiteY33" fmla="*/ 629799 h 1342734"/>
              <a:gd name="connsiteX34" fmla="*/ 7947952 w 10678681"/>
              <a:gd name="connsiteY34" fmla="*/ 648003 h 1342734"/>
              <a:gd name="connsiteX35" fmla="*/ 7890112 w 10678681"/>
              <a:gd name="connsiteY35" fmla="*/ 677915 h 1342734"/>
              <a:gd name="connsiteX36" fmla="*/ 7853284 w 10678681"/>
              <a:gd name="connsiteY36" fmla="*/ 723588 h 1342734"/>
              <a:gd name="connsiteX37" fmla="*/ 7802383 w 10678681"/>
              <a:gd name="connsiteY37" fmla="*/ 739359 h 1342734"/>
              <a:gd name="connsiteX38" fmla="*/ 7730518 w 10678681"/>
              <a:gd name="connsiteY38" fmla="*/ 739526 h 1342734"/>
              <a:gd name="connsiteX39" fmla="*/ 7720084 w 10678681"/>
              <a:gd name="connsiteY39" fmla="*/ 760750 h 1342734"/>
              <a:gd name="connsiteX40" fmla="*/ 7652907 w 10678681"/>
              <a:gd name="connsiteY40" fmla="*/ 783273 h 1342734"/>
              <a:gd name="connsiteX41" fmla="*/ 7606008 w 10678681"/>
              <a:gd name="connsiteY41" fmla="*/ 800717 h 1342734"/>
              <a:gd name="connsiteX42" fmla="*/ 7480223 w 10678681"/>
              <a:gd name="connsiteY42" fmla="*/ 856821 h 1342734"/>
              <a:gd name="connsiteX43" fmla="*/ 7356005 w 10678681"/>
              <a:gd name="connsiteY43" fmla="*/ 919462 h 1342734"/>
              <a:gd name="connsiteX44" fmla="*/ 7305396 w 10678681"/>
              <a:gd name="connsiteY44" fmla="*/ 986228 h 1342734"/>
              <a:gd name="connsiteX45" fmla="*/ 7266251 w 10678681"/>
              <a:gd name="connsiteY45" fmla="*/ 967864 h 1342734"/>
              <a:gd name="connsiteX46" fmla="*/ 7258094 w 10678681"/>
              <a:gd name="connsiteY46" fmla="*/ 990679 h 1342734"/>
              <a:gd name="connsiteX47" fmla="*/ 7257893 w 10678681"/>
              <a:gd name="connsiteY47" fmla="*/ 991204 h 1342734"/>
              <a:gd name="connsiteX48" fmla="*/ 7247153 w 10678681"/>
              <a:gd name="connsiteY48" fmla="*/ 991550 h 1342734"/>
              <a:gd name="connsiteX49" fmla="*/ 7193612 w 10678681"/>
              <a:gd name="connsiteY49" fmla="*/ 987042 h 1342734"/>
              <a:gd name="connsiteX50" fmla="*/ 7132632 w 10678681"/>
              <a:gd name="connsiteY50" fmla="*/ 1042036 h 1342734"/>
              <a:gd name="connsiteX51" fmla="*/ 7105610 w 10678681"/>
              <a:gd name="connsiteY51" fmla="*/ 1053537 h 1342734"/>
              <a:gd name="connsiteX52" fmla="*/ 7069148 w 10678681"/>
              <a:gd name="connsiteY52" fmla="*/ 1047163 h 1342734"/>
              <a:gd name="connsiteX53" fmla="*/ 7039634 w 10678681"/>
              <a:gd name="connsiteY53" fmla="*/ 1059971 h 1342734"/>
              <a:gd name="connsiteX54" fmla="*/ 7033445 w 10678681"/>
              <a:gd name="connsiteY54" fmla="*/ 1063314 h 1342734"/>
              <a:gd name="connsiteX55" fmla="*/ 6999157 w 10678681"/>
              <a:gd name="connsiteY55" fmla="*/ 1055282 h 1342734"/>
              <a:gd name="connsiteX56" fmla="*/ 6981874 w 10678681"/>
              <a:gd name="connsiteY56" fmla="*/ 1053827 h 1342734"/>
              <a:gd name="connsiteX57" fmla="*/ 6976102 w 10678681"/>
              <a:gd name="connsiteY57" fmla="*/ 1047854 h 1342734"/>
              <a:gd name="connsiteX58" fmla="*/ 6951040 w 10678681"/>
              <a:gd name="connsiteY58" fmla="*/ 1048531 h 1342734"/>
              <a:gd name="connsiteX59" fmla="*/ 6948497 w 10678681"/>
              <a:gd name="connsiteY59" fmla="*/ 1050706 h 1342734"/>
              <a:gd name="connsiteX60" fmla="*/ 6926582 w 10678681"/>
              <a:gd name="connsiteY60" fmla="*/ 1043462 h 1342734"/>
              <a:gd name="connsiteX61" fmla="*/ 6833743 w 10678681"/>
              <a:gd name="connsiteY61" fmla="*/ 1027960 h 1342734"/>
              <a:gd name="connsiteX62" fmla="*/ 6687090 w 10678681"/>
              <a:gd name="connsiteY62" fmla="*/ 1063250 h 1342734"/>
              <a:gd name="connsiteX63" fmla="*/ 6431838 w 10678681"/>
              <a:gd name="connsiteY63" fmla="*/ 1063226 h 1342734"/>
              <a:gd name="connsiteX64" fmla="*/ 6327795 w 10678681"/>
              <a:gd name="connsiteY64" fmla="*/ 1088142 h 1342734"/>
              <a:gd name="connsiteX65" fmla="*/ 6136549 w 10678681"/>
              <a:gd name="connsiteY65" fmla="*/ 1100268 h 1342734"/>
              <a:gd name="connsiteX66" fmla="*/ 6004655 w 10678681"/>
              <a:gd name="connsiteY66" fmla="*/ 1114946 h 1342734"/>
              <a:gd name="connsiteX67" fmla="*/ 5936643 w 10678681"/>
              <a:gd name="connsiteY67" fmla="*/ 1095428 h 1342734"/>
              <a:gd name="connsiteX68" fmla="*/ 5912484 w 10678681"/>
              <a:gd name="connsiteY68" fmla="*/ 1112624 h 1342734"/>
              <a:gd name="connsiteX69" fmla="*/ 5908387 w 10678681"/>
              <a:gd name="connsiteY69" fmla="*/ 1116018 h 1342734"/>
              <a:gd name="connsiteX70" fmla="*/ 5890495 w 10678681"/>
              <a:gd name="connsiteY70" fmla="*/ 1120268 h 1342734"/>
              <a:gd name="connsiteX71" fmla="*/ 5887318 w 10678681"/>
              <a:gd name="connsiteY71" fmla="*/ 1133134 h 1342734"/>
              <a:gd name="connsiteX72" fmla="*/ 5861726 w 10678681"/>
              <a:gd name="connsiteY72" fmla="*/ 1147891 h 1342734"/>
              <a:gd name="connsiteX73" fmla="*/ 5805823 w 10678681"/>
              <a:gd name="connsiteY73" fmla="*/ 1152457 h 1342734"/>
              <a:gd name="connsiteX74" fmla="*/ 5689841 w 10678681"/>
              <a:gd name="connsiteY74" fmla="*/ 1176232 h 1342734"/>
              <a:gd name="connsiteX75" fmla="*/ 5605119 w 10678681"/>
              <a:gd name="connsiteY75" fmla="*/ 1190202 h 1342734"/>
              <a:gd name="connsiteX76" fmla="*/ 5488513 w 10678681"/>
              <a:gd name="connsiteY76" fmla="*/ 1205367 h 1342734"/>
              <a:gd name="connsiteX77" fmla="*/ 5402905 w 10678681"/>
              <a:gd name="connsiteY77" fmla="*/ 1241191 h 1342734"/>
              <a:gd name="connsiteX78" fmla="*/ 5285593 w 10678681"/>
              <a:gd name="connsiteY78" fmla="*/ 1273569 h 1342734"/>
              <a:gd name="connsiteX79" fmla="*/ 5192893 w 10678681"/>
              <a:gd name="connsiteY79" fmla="*/ 1247188 h 1342734"/>
              <a:gd name="connsiteX80" fmla="*/ 5186475 w 10678681"/>
              <a:gd name="connsiteY80" fmla="*/ 1257028 h 1342734"/>
              <a:gd name="connsiteX81" fmla="*/ 5126038 w 10678681"/>
              <a:gd name="connsiteY81" fmla="*/ 1263189 h 1342734"/>
              <a:gd name="connsiteX82" fmla="*/ 4894688 w 10678681"/>
              <a:gd name="connsiteY82" fmla="*/ 1247184 h 1342734"/>
              <a:gd name="connsiteX83" fmla="*/ 4788036 w 10678681"/>
              <a:gd name="connsiteY83" fmla="*/ 1238182 h 1342734"/>
              <a:gd name="connsiteX84" fmla="*/ 4747555 w 10678681"/>
              <a:gd name="connsiteY84" fmla="*/ 1252768 h 1342734"/>
              <a:gd name="connsiteX85" fmla="*/ 4679644 w 10678681"/>
              <a:gd name="connsiteY85" fmla="*/ 1276603 h 1342734"/>
              <a:gd name="connsiteX86" fmla="*/ 4632222 w 10678681"/>
              <a:gd name="connsiteY86" fmla="*/ 1318360 h 1342734"/>
              <a:gd name="connsiteX87" fmla="*/ 4617358 w 10678681"/>
              <a:gd name="connsiteY87" fmla="*/ 1327690 h 1342734"/>
              <a:gd name="connsiteX88" fmla="*/ 4589102 w 10678681"/>
              <a:gd name="connsiteY88" fmla="*/ 1321223 h 1342734"/>
              <a:gd name="connsiteX89" fmla="*/ 4578184 w 10678681"/>
              <a:gd name="connsiteY89" fmla="*/ 1326745 h 1342734"/>
              <a:gd name="connsiteX90" fmla="*/ 4574270 w 10678681"/>
              <a:gd name="connsiteY90" fmla="*/ 1325878 h 1342734"/>
              <a:gd name="connsiteX91" fmla="*/ 4564919 w 10678681"/>
              <a:gd name="connsiteY91" fmla="*/ 1325507 h 1342734"/>
              <a:gd name="connsiteX92" fmla="*/ 4566586 w 10678681"/>
              <a:gd name="connsiteY92" fmla="*/ 1316963 h 1342734"/>
              <a:gd name="connsiteX93" fmla="*/ 4556303 w 10678681"/>
              <a:gd name="connsiteY93" fmla="*/ 1300262 h 1342734"/>
              <a:gd name="connsiteX94" fmla="*/ 4502358 w 10678681"/>
              <a:gd name="connsiteY94" fmla="*/ 1302558 h 1342734"/>
              <a:gd name="connsiteX95" fmla="*/ 4498919 w 10678681"/>
              <a:gd name="connsiteY95" fmla="*/ 1312115 h 1342734"/>
              <a:gd name="connsiteX96" fmla="*/ 4492075 w 10678681"/>
              <a:gd name="connsiteY96" fmla="*/ 1313357 h 1342734"/>
              <a:gd name="connsiteX97" fmla="*/ 4487466 w 10678681"/>
              <a:gd name="connsiteY97" fmla="*/ 1304102 h 1342734"/>
              <a:gd name="connsiteX98" fmla="*/ 4398292 w 10678681"/>
              <a:gd name="connsiteY98" fmla="*/ 1278410 h 1342734"/>
              <a:gd name="connsiteX99" fmla="*/ 4306088 w 10678681"/>
              <a:gd name="connsiteY99" fmla="*/ 1282512 h 1342734"/>
              <a:gd name="connsiteX100" fmla="*/ 4188995 w 10678681"/>
              <a:gd name="connsiteY100" fmla="*/ 1296718 h 1342734"/>
              <a:gd name="connsiteX101" fmla="*/ 4136582 w 10678681"/>
              <a:gd name="connsiteY101" fmla="*/ 1287687 h 1342734"/>
              <a:gd name="connsiteX102" fmla="*/ 4064614 w 10678681"/>
              <a:gd name="connsiteY102" fmla="*/ 1296118 h 1342734"/>
              <a:gd name="connsiteX103" fmla="*/ 3900948 w 10678681"/>
              <a:gd name="connsiteY103" fmla="*/ 1322156 h 1342734"/>
              <a:gd name="connsiteX104" fmla="*/ 3787890 w 10678681"/>
              <a:gd name="connsiteY104" fmla="*/ 1322164 h 1342734"/>
              <a:gd name="connsiteX105" fmla="*/ 3745993 w 10678681"/>
              <a:gd name="connsiteY105" fmla="*/ 1342630 h 1342734"/>
              <a:gd name="connsiteX106" fmla="*/ 3675785 w 10678681"/>
              <a:gd name="connsiteY106" fmla="*/ 1326802 h 1342734"/>
              <a:gd name="connsiteX107" fmla="*/ 3623856 w 10678681"/>
              <a:gd name="connsiteY107" fmla="*/ 1290804 h 1342734"/>
              <a:gd name="connsiteX108" fmla="*/ 3564933 w 10678681"/>
              <a:gd name="connsiteY108" fmla="*/ 1287147 h 1342734"/>
              <a:gd name="connsiteX109" fmla="*/ 3550537 w 10678681"/>
              <a:gd name="connsiteY109" fmla="*/ 1317552 h 1342734"/>
              <a:gd name="connsiteX110" fmla="*/ 3487736 w 10678681"/>
              <a:gd name="connsiteY110" fmla="*/ 1303493 h 1342734"/>
              <a:gd name="connsiteX111" fmla="*/ 3392548 w 10678681"/>
              <a:gd name="connsiteY111" fmla="*/ 1278741 h 1342734"/>
              <a:gd name="connsiteX112" fmla="*/ 3337466 w 10678681"/>
              <a:gd name="connsiteY112" fmla="*/ 1272537 h 1342734"/>
              <a:gd name="connsiteX113" fmla="*/ 3175981 w 10678681"/>
              <a:gd name="connsiteY113" fmla="*/ 1208973 h 1342734"/>
              <a:gd name="connsiteX114" fmla="*/ 3036856 w 10678681"/>
              <a:gd name="connsiteY114" fmla="*/ 1214383 h 1342734"/>
              <a:gd name="connsiteX115" fmla="*/ 2824973 w 10678681"/>
              <a:gd name="connsiteY115" fmla="*/ 1134864 h 1342734"/>
              <a:gd name="connsiteX116" fmla="*/ 2804398 w 10678681"/>
              <a:gd name="connsiteY116" fmla="*/ 1125556 h 1342734"/>
              <a:gd name="connsiteX117" fmla="*/ 2736109 w 10678681"/>
              <a:gd name="connsiteY117" fmla="*/ 1137717 h 1342734"/>
              <a:gd name="connsiteX118" fmla="*/ 2659096 w 10678681"/>
              <a:gd name="connsiteY118" fmla="*/ 1150294 h 1342734"/>
              <a:gd name="connsiteX119" fmla="*/ 2567088 w 10678681"/>
              <a:gd name="connsiteY119" fmla="*/ 1181781 h 1342734"/>
              <a:gd name="connsiteX120" fmla="*/ 2454501 w 10678681"/>
              <a:gd name="connsiteY120" fmla="*/ 1155455 h 1342734"/>
              <a:gd name="connsiteX121" fmla="*/ 2385161 w 10678681"/>
              <a:gd name="connsiteY121" fmla="*/ 1161312 h 1342734"/>
              <a:gd name="connsiteX122" fmla="*/ 2273361 w 10678681"/>
              <a:gd name="connsiteY122" fmla="*/ 1134090 h 1342734"/>
              <a:gd name="connsiteX123" fmla="*/ 2132003 w 10678681"/>
              <a:gd name="connsiteY123" fmla="*/ 1139225 h 1342734"/>
              <a:gd name="connsiteX124" fmla="*/ 2041224 w 10678681"/>
              <a:gd name="connsiteY124" fmla="*/ 1147536 h 1342734"/>
              <a:gd name="connsiteX125" fmla="*/ 2010157 w 10678681"/>
              <a:gd name="connsiteY125" fmla="*/ 1152767 h 1342734"/>
              <a:gd name="connsiteX126" fmla="*/ 1859213 w 10678681"/>
              <a:gd name="connsiteY126" fmla="*/ 1199540 h 1342734"/>
              <a:gd name="connsiteX127" fmla="*/ 1735877 w 10678681"/>
              <a:gd name="connsiteY127" fmla="*/ 1246527 h 1342734"/>
              <a:gd name="connsiteX128" fmla="*/ 1705069 w 10678681"/>
              <a:gd name="connsiteY128" fmla="*/ 1251989 h 1342734"/>
              <a:gd name="connsiteX129" fmla="*/ 1307888 w 10678681"/>
              <a:gd name="connsiteY129" fmla="*/ 1283156 h 1342734"/>
              <a:gd name="connsiteX130" fmla="*/ 1220734 w 10678681"/>
              <a:gd name="connsiteY130" fmla="*/ 1257811 h 1342734"/>
              <a:gd name="connsiteX131" fmla="*/ 1021737 w 10678681"/>
              <a:gd name="connsiteY131" fmla="*/ 1238739 h 1342734"/>
              <a:gd name="connsiteX132" fmla="*/ 959820 w 10678681"/>
              <a:gd name="connsiteY132" fmla="*/ 1275863 h 1342734"/>
              <a:gd name="connsiteX133" fmla="*/ 929137 w 10678681"/>
              <a:gd name="connsiteY133" fmla="*/ 1273957 h 1342734"/>
              <a:gd name="connsiteX134" fmla="*/ 878849 w 10678681"/>
              <a:gd name="connsiteY134" fmla="*/ 1266740 h 1342734"/>
              <a:gd name="connsiteX135" fmla="*/ 800667 w 10678681"/>
              <a:gd name="connsiteY135" fmla="*/ 1282041 h 1342734"/>
              <a:gd name="connsiteX136" fmla="*/ 644906 w 10678681"/>
              <a:gd name="connsiteY136" fmla="*/ 1273685 h 1342734"/>
              <a:gd name="connsiteX137" fmla="*/ 379869 w 10678681"/>
              <a:gd name="connsiteY137" fmla="*/ 1339165 h 1342734"/>
              <a:gd name="connsiteX138" fmla="*/ 137696 w 10678681"/>
              <a:gd name="connsiteY138" fmla="*/ 1319217 h 1342734"/>
              <a:gd name="connsiteX139" fmla="*/ 54250 w 10678681"/>
              <a:gd name="connsiteY139" fmla="*/ 1315838 h 1342734"/>
              <a:gd name="connsiteX140" fmla="*/ 28042 w 10678681"/>
              <a:gd name="connsiteY140" fmla="*/ 1297822 h 1342734"/>
              <a:gd name="connsiteX141" fmla="*/ 0 w 10678681"/>
              <a:gd name="connsiteY141" fmla="*/ 1294612 h 1342734"/>
              <a:gd name="connsiteX142" fmla="*/ 0 w 10678681"/>
              <a:gd name="connsiteY142"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344233 w 10678681"/>
              <a:gd name="connsiteY30" fmla="*/ 610922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54478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8 w 10678681"/>
              <a:gd name="connsiteY15" fmla="*/ 27746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74270 w 10678681"/>
              <a:gd name="connsiteY89" fmla="*/ 1325878 h 1342734"/>
              <a:gd name="connsiteX90" fmla="*/ 4564919 w 10678681"/>
              <a:gd name="connsiteY90" fmla="*/ 1325507 h 1342734"/>
              <a:gd name="connsiteX91" fmla="*/ 4566586 w 10678681"/>
              <a:gd name="connsiteY91" fmla="*/ 1316963 h 1342734"/>
              <a:gd name="connsiteX92" fmla="*/ 4556303 w 10678681"/>
              <a:gd name="connsiteY92" fmla="*/ 1300262 h 1342734"/>
              <a:gd name="connsiteX93" fmla="*/ 4502358 w 10678681"/>
              <a:gd name="connsiteY93" fmla="*/ 1302558 h 1342734"/>
              <a:gd name="connsiteX94" fmla="*/ 4498919 w 10678681"/>
              <a:gd name="connsiteY94" fmla="*/ 1312115 h 1342734"/>
              <a:gd name="connsiteX95" fmla="*/ 4492075 w 10678681"/>
              <a:gd name="connsiteY95" fmla="*/ 1313357 h 1342734"/>
              <a:gd name="connsiteX96" fmla="*/ 4487466 w 10678681"/>
              <a:gd name="connsiteY96" fmla="*/ 1304102 h 1342734"/>
              <a:gd name="connsiteX97" fmla="*/ 4398292 w 10678681"/>
              <a:gd name="connsiteY97" fmla="*/ 1278410 h 1342734"/>
              <a:gd name="connsiteX98" fmla="*/ 4306088 w 10678681"/>
              <a:gd name="connsiteY98" fmla="*/ 1282512 h 1342734"/>
              <a:gd name="connsiteX99" fmla="*/ 4188995 w 10678681"/>
              <a:gd name="connsiteY99" fmla="*/ 1296718 h 1342734"/>
              <a:gd name="connsiteX100" fmla="*/ 4136582 w 10678681"/>
              <a:gd name="connsiteY100" fmla="*/ 1287687 h 1342734"/>
              <a:gd name="connsiteX101" fmla="*/ 4064614 w 10678681"/>
              <a:gd name="connsiteY101" fmla="*/ 1296118 h 1342734"/>
              <a:gd name="connsiteX102" fmla="*/ 3900948 w 10678681"/>
              <a:gd name="connsiteY102" fmla="*/ 1322156 h 1342734"/>
              <a:gd name="connsiteX103" fmla="*/ 3787890 w 10678681"/>
              <a:gd name="connsiteY103" fmla="*/ 1322164 h 1342734"/>
              <a:gd name="connsiteX104" fmla="*/ 3745993 w 10678681"/>
              <a:gd name="connsiteY104" fmla="*/ 1342630 h 1342734"/>
              <a:gd name="connsiteX105" fmla="*/ 3675785 w 10678681"/>
              <a:gd name="connsiteY105" fmla="*/ 1326802 h 1342734"/>
              <a:gd name="connsiteX106" fmla="*/ 3623856 w 10678681"/>
              <a:gd name="connsiteY106" fmla="*/ 1290804 h 1342734"/>
              <a:gd name="connsiteX107" fmla="*/ 3564933 w 10678681"/>
              <a:gd name="connsiteY107" fmla="*/ 1287147 h 1342734"/>
              <a:gd name="connsiteX108" fmla="*/ 3550537 w 10678681"/>
              <a:gd name="connsiteY108" fmla="*/ 1317552 h 1342734"/>
              <a:gd name="connsiteX109" fmla="*/ 3487736 w 10678681"/>
              <a:gd name="connsiteY109" fmla="*/ 1303493 h 1342734"/>
              <a:gd name="connsiteX110" fmla="*/ 3392548 w 10678681"/>
              <a:gd name="connsiteY110" fmla="*/ 1278741 h 1342734"/>
              <a:gd name="connsiteX111" fmla="*/ 3337466 w 10678681"/>
              <a:gd name="connsiteY111" fmla="*/ 1272537 h 1342734"/>
              <a:gd name="connsiteX112" fmla="*/ 3175981 w 10678681"/>
              <a:gd name="connsiteY112" fmla="*/ 1208973 h 1342734"/>
              <a:gd name="connsiteX113" fmla="*/ 3036856 w 10678681"/>
              <a:gd name="connsiteY113" fmla="*/ 1214383 h 1342734"/>
              <a:gd name="connsiteX114" fmla="*/ 2824973 w 10678681"/>
              <a:gd name="connsiteY114" fmla="*/ 1134864 h 1342734"/>
              <a:gd name="connsiteX115" fmla="*/ 2804398 w 10678681"/>
              <a:gd name="connsiteY115" fmla="*/ 1125556 h 1342734"/>
              <a:gd name="connsiteX116" fmla="*/ 2736109 w 10678681"/>
              <a:gd name="connsiteY116" fmla="*/ 1137717 h 1342734"/>
              <a:gd name="connsiteX117" fmla="*/ 2659096 w 10678681"/>
              <a:gd name="connsiteY117" fmla="*/ 1150294 h 1342734"/>
              <a:gd name="connsiteX118" fmla="*/ 2567088 w 10678681"/>
              <a:gd name="connsiteY118" fmla="*/ 1181781 h 1342734"/>
              <a:gd name="connsiteX119" fmla="*/ 2454501 w 10678681"/>
              <a:gd name="connsiteY119" fmla="*/ 1155455 h 1342734"/>
              <a:gd name="connsiteX120" fmla="*/ 2385161 w 10678681"/>
              <a:gd name="connsiteY120" fmla="*/ 1161312 h 1342734"/>
              <a:gd name="connsiteX121" fmla="*/ 2273361 w 10678681"/>
              <a:gd name="connsiteY121" fmla="*/ 1134090 h 1342734"/>
              <a:gd name="connsiteX122" fmla="*/ 2132003 w 10678681"/>
              <a:gd name="connsiteY122" fmla="*/ 1139225 h 1342734"/>
              <a:gd name="connsiteX123" fmla="*/ 2041224 w 10678681"/>
              <a:gd name="connsiteY123" fmla="*/ 1147536 h 1342734"/>
              <a:gd name="connsiteX124" fmla="*/ 2010157 w 10678681"/>
              <a:gd name="connsiteY124" fmla="*/ 1152767 h 1342734"/>
              <a:gd name="connsiteX125" fmla="*/ 1859213 w 10678681"/>
              <a:gd name="connsiteY125" fmla="*/ 1199540 h 1342734"/>
              <a:gd name="connsiteX126" fmla="*/ 1735877 w 10678681"/>
              <a:gd name="connsiteY126" fmla="*/ 1246527 h 1342734"/>
              <a:gd name="connsiteX127" fmla="*/ 1705069 w 10678681"/>
              <a:gd name="connsiteY127" fmla="*/ 1251989 h 1342734"/>
              <a:gd name="connsiteX128" fmla="*/ 1307888 w 10678681"/>
              <a:gd name="connsiteY128" fmla="*/ 1283156 h 1342734"/>
              <a:gd name="connsiteX129" fmla="*/ 1220734 w 10678681"/>
              <a:gd name="connsiteY129" fmla="*/ 1257811 h 1342734"/>
              <a:gd name="connsiteX130" fmla="*/ 1021737 w 10678681"/>
              <a:gd name="connsiteY130" fmla="*/ 1238739 h 1342734"/>
              <a:gd name="connsiteX131" fmla="*/ 959820 w 10678681"/>
              <a:gd name="connsiteY131" fmla="*/ 1275863 h 1342734"/>
              <a:gd name="connsiteX132" fmla="*/ 929137 w 10678681"/>
              <a:gd name="connsiteY132" fmla="*/ 1273957 h 1342734"/>
              <a:gd name="connsiteX133" fmla="*/ 878849 w 10678681"/>
              <a:gd name="connsiteY133" fmla="*/ 1266740 h 1342734"/>
              <a:gd name="connsiteX134" fmla="*/ 800667 w 10678681"/>
              <a:gd name="connsiteY134" fmla="*/ 1282041 h 1342734"/>
              <a:gd name="connsiteX135" fmla="*/ 644906 w 10678681"/>
              <a:gd name="connsiteY135" fmla="*/ 1273685 h 1342734"/>
              <a:gd name="connsiteX136" fmla="*/ 379869 w 10678681"/>
              <a:gd name="connsiteY136" fmla="*/ 1339165 h 1342734"/>
              <a:gd name="connsiteX137" fmla="*/ 137696 w 10678681"/>
              <a:gd name="connsiteY137" fmla="*/ 1319217 h 1342734"/>
              <a:gd name="connsiteX138" fmla="*/ 54250 w 10678681"/>
              <a:gd name="connsiteY138" fmla="*/ 1315838 h 1342734"/>
              <a:gd name="connsiteX139" fmla="*/ 28042 w 10678681"/>
              <a:gd name="connsiteY139" fmla="*/ 1297822 h 1342734"/>
              <a:gd name="connsiteX140" fmla="*/ 0 w 10678681"/>
              <a:gd name="connsiteY140" fmla="*/ 1294612 h 1342734"/>
              <a:gd name="connsiteX141" fmla="*/ 0 w 10678681"/>
              <a:gd name="connsiteY141"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89102 w 10678681"/>
              <a:gd name="connsiteY87" fmla="*/ 1321223 h 1342734"/>
              <a:gd name="connsiteX88" fmla="*/ 4578184 w 10678681"/>
              <a:gd name="connsiteY88" fmla="*/ 1326745 h 1342734"/>
              <a:gd name="connsiteX89" fmla="*/ 4564919 w 10678681"/>
              <a:gd name="connsiteY89" fmla="*/ 1325507 h 1342734"/>
              <a:gd name="connsiteX90" fmla="*/ 4566586 w 10678681"/>
              <a:gd name="connsiteY90" fmla="*/ 1316963 h 1342734"/>
              <a:gd name="connsiteX91" fmla="*/ 4556303 w 10678681"/>
              <a:gd name="connsiteY91" fmla="*/ 1300262 h 1342734"/>
              <a:gd name="connsiteX92" fmla="*/ 4502358 w 10678681"/>
              <a:gd name="connsiteY92" fmla="*/ 1302558 h 1342734"/>
              <a:gd name="connsiteX93" fmla="*/ 4498919 w 10678681"/>
              <a:gd name="connsiteY93" fmla="*/ 1312115 h 1342734"/>
              <a:gd name="connsiteX94" fmla="*/ 4492075 w 10678681"/>
              <a:gd name="connsiteY94" fmla="*/ 1313357 h 1342734"/>
              <a:gd name="connsiteX95" fmla="*/ 4487466 w 10678681"/>
              <a:gd name="connsiteY95" fmla="*/ 1304102 h 1342734"/>
              <a:gd name="connsiteX96" fmla="*/ 4398292 w 10678681"/>
              <a:gd name="connsiteY96" fmla="*/ 1278410 h 1342734"/>
              <a:gd name="connsiteX97" fmla="*/ 4306088 w 10678681"/>
              <a:gd name="connsiteY97" fmla="*/ 1282512 h 1342734"/>
              <a:gd name="connsiteX98" fmla="*/ 4188995 w 10678681"/>
              <a:gd name="connsiteY98" fmla="*/ 1296718 h 1342734"/>
              <a:gd name="connsiteX99" fmla="*/ 4136582 w 10678681"/>
              <a:gd name="connsiteY99" fmla="*/ 1287687 h 1342734"/>
              <a:gd name="connsiteX100" fmla="*/ 4064614 w 10678681"/>
              <a:gd name="connsiteY100" fmla="*/ 1296118 h 1342734"/>
              <a:gd name="connsiteX101" fmla="*/ 3900948 w 10678681"/>
              <a:gd name="connsiteY101" fmla="*/ 1322156 h 1342734"/>
              <a:gd name="connsiteX102" fmla="*/ 3787890 w 10678681"/>
              <a:gd name="connsiteY102" fmla="*/ 1322164 h 1342734"/>
              <a:gd name="connsiteX103" fmla="*/ 3745993 w 10678681"/>
              <a:gd name="connsiteY103" fmla="*/ 1342630 h 1342734"/>
              <a:gd name="connsiteX104" fmla="*/ 3675785 w 10678681"/>
              <a:gd name="connsiteY104" fmla="*/ 1326802 h 1342734"/>
              <a:gd name="connsiteX105" fmla="*/ 3623856 w 10678681"/>
              <a:gd name="connsiteY105" fmla="*/ 1290804 h 1342734"/>
              <a:gd name="connsiteX106" fmla="*/ 3564933 w 10678681"/>
              <a:gd name="connsiteY106" fmla="*/ 1287147 h 1342734"/>
              <a:gd name="connsiteX107" fmla="*/ 3550537 w 10678681"/>
              <a:gd name="connsiteY107" fmla="*/ 1317552 h 1342734"/>
              <a:gd name="connsiteX108" fmla="*/ 3487736 w 10678681"/>
              <a:gd name="connsiteY108" fmla="*/ 1303493 h 1342734"/>
              <a:gd name="connsiteX109" fmla="*/ 3392548 w 10678681"/>
              <a:gd name="connsiteY109" fmla="*/ 1278741 h 1342734"/>
              <a:gd name="connsiteX110" fmla="*/ 3337466 w 10678681"/>
              <a:gd name="connsiteY110" fmla="*/ 1272537 h 1342734"/>
              <a:gd name="connsiteX111" fmla="*/ 3175981 w 10678681"/>
              <a:gd name="connsiteY111" fmla="*/ 1208973 h 1342734"/>
              <a:gd name="connsiteX112" fmla="*/ 3036856 w 10678681"/>
              <a:gd name="connsiteY112" fmla="*/ 1214383 h 1342734"/>
              <a:gd name="connsiteX113" fmla="*/ 2824973 w 10678681"/>
              <a:gd name="connsiteY113" fmla="*/ 1134864 h 1342734"/>
              <a:gd name="connsiteX114" fmla="*/ 2804398 w 10678681"/>
              <a:gd name="connsiteY114" fmla="*/ 1125556 h 1342734"/>
              <a:gd name="connsiteX115" fmla="*/ 2736109 w 10678681"/>
              <a:gd name="connsiteY115" fmla="*/ 1137717 h 1342734"/>
              <a:gd name="connsiteX116" fmla="*/ 2659096 w 10678681"/>
              <a:gd name="connsiteY116" fmla="*/ 1150294 h 1342734"/>
              <a:gd name="connsiteX117" fmla="*/ 2567088 w 10678681"/>
              <a:gd name="connsiteY117" fmla="*/ 1181781 h 1342734"/>
              <a:gd name="connsiteX118" fmla="*/ 2454501 w 10678681"/>
              <a:gd name="connsiteY118" fmla="*/ 1155455 h 1342734"/>
              <a:gd name="connsiteX119" fmla="*/ 2385161 w 10678681"/>
              <a:gd name="connsiteY119" fmla="*/ 1161312 h 1342734"/>
              <a:gd name="connsiteX120" fmla="*/ 2273361 w 10678681"/>
              <a:gd name="connsiteY120" fmla="*/ 1134090 h 1342734"/>
              <a:gd name="connsiteX121" fmla="*/ 2132003 w 10678681"/>
              <a:gd name="connsiteY121" fmla="*/ 1139225 h 1342734"/>
              <a:gd name="connsiteX122" fmla="*/ 2041224 w 10678681"/>
              <a:gd name="connsiteY122" fmla="*/ 1147536 h 1342734"/>
              <a:gd name="connsiteX123" fmla="*/ 2010157 w 10678681"/>
              <a:gd name="connsiteY123" fmla="*/ 1152767 h 1342734"/>
              <a:gd name="connsiteX124" fmla="*/ 1859213 w 10678681"/>
              <a:gd name="connsiteY124" fmla="*/ 1199540 h 1342734"/>
              <a:gd name="connsiteX125" fmla="*/ 1735877 w 10678681"/>
              <a:gd name="connsiteY125" fmla="*/ 1246527 h 1342734"/>
              <a:gd name="connsiteX126" fmla="*/ 1705069 w 10678681"/>
              <a:gd name="connsiteY126" fmla="*/ 1251989 h 1342734"/>
              <a:gd name="connsiteX127" fmla="*/ 1307888 w 10678681"/>
              <a:gd name="connsiteY127" fmla="*/ 1283156 h 1342734"/>
              <a:gd name="connsiteX128" fmla="*/ 1220734 w 10678681"/>
              <a:gd name="connsiteY128" fmla="*/ 1257811 h 1342734"/>
              <a:gd name="connsiteX129" fmla="*/ 1021737 w 10678681"/>
              <a:gd name="connsiteY129" fmla="*/ 1238739 h 1342734"/>
              <a:gd name="connsiteX130" fmla="*/ 959820 w 10678681"/>
              <a:gd name="connsiteY130" fmla="*/ 1275863 h 1342734"/>
              <a:gd name="connsiteX131" fmla="*/ 929137 w 10678681"/>
              <a:gd name="connsiteY131" fmla="*/ 1273957 h 1342734"/>
              <a:gd name="connsiteX132" fmla="*/ 878849 w 10678681"/>
              <a:gd name="connsiteY132" fmla="*/ 1266740 h 1342734"/>
              <a:gd name="connsiteX133" fmla="*/ 800667 w 10678681"/>
              <a:gd name="connsiteY133" fmla="*/ 1282041 h 1342734"/>
              <a:gd name="connsiteX134" fmla="*/ 644906 w 10678681"/>
              <a:gd name="connsiteY134" fmla="*/ 1273685 h 1342734"/>
              <a:gd name="connsiteX135" fmla="*/ 379869 w 10678681"/>
              <a:gd name="connsiteY135" fmla="*/ 1339165 h 1342734"/>
              <a:gd name="connsiteX136" fmla="*/ 137696 w 10678681"/>
              <a:gd name="connsiteY136" fmla="*/ 1319217 h 1342734"/>
              <a:gd name="connsiteX137" fmla="*/ 54250 w 10678681"/>
              <a:gd name="connsiteY137" fmla="*/ 1315838 h 1342734"/>
              <a:gd name="connsiteX138" fmla="*/ 28042 w 10678681"/>
              <a:gd name="connsiteY138" fmla="*/ 1297822 h 1342734"/>
              <a:gd name="connsiteX139" fmla="*/ 0 w 10678681"/>
              <a:gd name="connsiteY139" fmla="*/ 1294612 h 1342734"/>
              <a:gd name="connsiteX140" fmla="*/ 0 w 10678681"/>
              <a:gd name="connsiteY140"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617358 w 10678681"/>
              <a:gd name="connsiteY86" fmla="*/ 1327690 h 1342734"/>
              <a:gd name="connsiteX87" fmla="*/ 4578184 w 10678681"/>
              <a:gd name="connsiteY87" fmla="*/ 1326745 h 1342734"/>
              <a:gd name="connsiteX88" fmla="*/ 4564919 w 10678681"/>
              <a:gd name="connsiteY88" fmla="*/ 1325507 h 1342734"/>
              <a:gd name="connsiteX89" fmla="*/ 4566586 w 10678681"/>
              <a:gd name="connsiteY89" fmla="*/ 1316963 h 1342734"/>
              <a:gd name="connsiteX90" fmla="*/ 4556303 w 10678681"/>
              <a:gd name="connsiteY90" fmla="*/ 1300262 h 1342734"/>
              <a:gd name="connsiteX91" fmla="*/ 4502358 w 10678681"/>
              <a:gd name="connsiteY91" fmla="*/ 1302558 h 1342734"/>
              <a:gd name="connsiteX92" fmla="*/ 4498919 w 10678681"/>
              <a:gd name="connsiteY92" fmla="*/ 1312115 h 1342734"/>
              <a:gd name="connsiteX93" fmla="*/ 4492075 w 10678681"/>
              <a:gd name="connsiteY93" fmla="*/ 1313357 h 1342734"/>
              <a:gd name="connsiteX94" fmla="*/ 4487466 w 10678681"/>
              <a:gd name="connsiteY94" fmla="*/ 1304102 h 1342734"/>
              <a:gd name="connsiteX95" fmla="*/ 4398292 w 10678681"/>
              <a:gd name="connsiteY95" fmla="*/ 1278410 h 1342734"/>
              <a:gd name="connsiteX96" fmla="*/ 4306088 w 10678681"/>
              <a:gd name="connsiteY96" fmla="*/ 1282512 h 1342734"/>
              <a:gd name="connsiteX97" fmla="*/ 4188995 w 10678681"/>
              <a:gd name="connsiteY97" fmla="*/ 1296718 h 1342734"/>
              <a:gd name="connsiteX98" fmla="*/ 4136582 w 10678681"/>
              <a:gd name="connsiteY98" fmla="*/ 1287687 h 1342734"/>
              <a:gd name="connsiteX99" fmla="*/ 4064614 w 10678681"/>
              <a:gd name="connsiteY99" fmla="*/ 1296118 h 1342734"/>
              <a:gd name="connsiteX100" fmla="*/ 3900948 w 10678681"/>
              <a:gd name="connsiteY100" fmla="*/ 1322156 h 1342734"/>
              <a:gd name="connsiteX101" fmla="*/ 3787890 w 10678681"/>
              <a:gd name="connsiteY101" fmla="*/ 1322164 h 1342734"/>
              <a:gd name="connsiteX102" fmla="*/ 3745993 w 10678681"/>
              <a:gd name="connsiteY102" fmla="*/ 1342630 h 1342734"/>
              <a:gd name="connsiteX103" fmla="*/ 3675785 w 10678681"/>
              <a:gd name="connsiteY103" fmla="*/ 1326802 h 1342734"/>
              <a:gd name="connsiteX104" fmla="*/ 3623856 w 10678681"/>
              <a:gd name="connsiteY104" fmla="*/ 1290804 h 1342734"/>
              <a:gd name="connsiteX105" fmla="*/ 3564933 w 10678681"/>
              <a:gd name="connsiteY105" fmla="*/ 1287147 h 1342734"/>
              <a:gd name="connsiteX106" fmla="*/ 3550537 w 10678681"/>
              <a:gd name="connsiteY106" fmla="*/ 1317552 h 1342734"/>
              <a:gd name="connsiteX107" fmla="*/ 3487736 w 10678681"/>
              <a:gd name="connsiteY107" fmla="*/ 1303493 h 1342734"/>
              <a:gd name="connsiteX108" fmla="*/ 3392548 w 10678681"/>
              <a:gd name="connsiteY108" fmla="*/ 1278741 h 1342734"/>
              <a:gd name="connsiteX109" fmla="*/ 3337466 w 10678681"/>
              <a:gd name="connsiteY109" fmla="*/ 1272537 h 1342734"/>
              <a:gd name="connsiteX110" fmla="*/ 3175981 w 10678681"/>
              <a:gd name="connsiteY110" fmla="*/ 1208973 h 1342734"/>
              <a:gd name="connsiteX111" fmla="*/ 3036856 w 10678681"/>
              <a:gd name="connsiteY111" fmla="*/ 1214383 h 1342734"/>
              <a:gd name="connsiteX112" fmla="*/ 2824973 w 10678681"/>
              <a:gd name="connsiteY112" fmla="*/ 1134864 h 1342734"/>
              <a:gd name="connsiteX113" fmla="*/ 2804398 w 10678681"/>
              <a:gd name="connsiteY113" fmla="*/ 1125556 h 1342734"/>
              <a:gd name="connsiteX114" fmla="*/ 2736109 w 10678681"/>
              <a:gd name="connsiteY114" fmla="*/ 1137717 h 1342734"/>
              <a:gd name="connsiteX115" fmla="*/ 2659096 w 10678681"/>
              <a:gd name="connsiteY115" fmla="*/ 1150294 h 1342734"/>
              <a:gd name="connsiteX116" fmla="*/ 2567088 w 10678681"/>
              <a:gd name="connsiteY116" fmla="*/ 1181781 h 1342734"/>
              <a:gd name="connsiteX117" fmla="*/ 2454501 w 10678681"/>
              <a:gd name="connsiteY117" fmla="*/ 1155455 h 1342734"/>
              <a:gd name="connsiteX118" fmla="*/ 2385161 w 10678681"/>
              <a:gd name="connsiteY118" fmla="*/ 1161312 h 1342734"/>
              <a:gd name="connsiteX119" fmla="*/ 2273361 w 10678681"/>
              <a:gd name="connsiteY119" fmla="*/ 1134090 h 1342734"/>
              <a:gd name="connsiteX120" fmla="*/ 2132003 w 10678681"/>
              <a:gd name="connsiteY120" fmla="*/ 1139225 h 1342734"/>
              <a:gd name="connsiteX121" fmla="*/ 2041224 w 10678681"/>
              <a:gd name="connsiteY121" fmla="*/ 1147536 h 1342734"/>
              <a:gd name="connsiteX122" fmla="*/ 2010157 w 10678681"/>
              <a:gd name="connsiteY122" fmla="*/ 1152767 h 1342734"/>
              <a:gd name="connsiteX123" fmla="*/ 1859213 w 10678681"/>
              <a:gd name="connsiteY123" fmla="*/ 1199540 h 1342734"/>
              <a:gd name="connsiteX124" fmla="*/ 1735877 w 10678681"/>
              <a:gd name="connsiteY124" fmla="*/ 1246527 h 1342734"/>
              <a:gd name="connsiteX125" fmla="*/ 1705069 w 10678681"/>
              <a:gd name="connsiteY125" fmla="*/ 1251989 h 1342734"/>
              <a:gd name="connsiteX126" fmla="*/ 1307888 w 10678681"/>
              <a:gd name="connsiteY126" fmla="*/ 1283156 h 1342734"/>
              <a:gd name="connsiteX127" fmla="*/ 1220734 w 10678681"/>
              <a:gd name="connsiteY127" fmla="*/ 1257811 h 1342734"/>
              <a:gd name="connsiteX128" fmla="*/ 1021737 w 10678681"/>
              <a:gd name="connsiteY128" fmla="*/ 1238739 h 1342734"/>
              <a:gd name="connsiteX129" fmla="*/ 959820 w 10678681"/>
              <a:gd name="connsiteY129" fmla="*/ 1275863 h 1342734"/>
              <a:gd name="connsiteX130" fmla="*/ 929137 w 10678681"/>
              <a:gd name="connsiteY130" fmla="*/ 1273957 h 1342734"/>
              <a:gd name="connsiteX131" fmla="*/ 878849 w 10678681"/>
              <a:gd name="connsiteY131" fmla="*/ 1266740 h 1342734"/>
              <a:gd name="connsiteX132" fmla="*/ 800667 w 10678681"/>
              <a:gd name="connsiteY132" fmla="*/ 1282041 h 1342734"/>
              <a:gd name="connsiteX133" fmla="*/ 644906 w 10678681"/>
              <a:gd name="connsiteY133" fmla="*/ 1273685 h 1342734"/>
              <a:gd name="connsiteX134" fmla="*/ 379869 w 10678681"/>
              <a:gd name="connsiteY134" fmla="*/ 1339165 h 1342734"/>
              <a:gd name="connsiteX135" fmla="*/ 137696 w 10678681"/>
              <a:gd name="connsiteY135" fmla="*/ 1319217 h 1342734"/>
              <a:gd name="connsiteX136" fmla="*/ 54250 w 10678681"/>
              <a:gd name="connsiteY136" fmla="*/ 1315838 h 1342734"/>
              <a:gd name="connsiteX137" fmla="*/ 28042 w 10678681"/>
              <a:gd name="connsiteY137" fmla="*/ 1297822 h 1342734"/>
              <a:gd name="connsiteX138" fmla="*/ 0 w 10678681"/>
              <a:gd name="connsiteY138" fmla="*/ 1294612 h 1342734"/>
              <a:gd name="connsiteX139" fmla="*/ 0 w 10678681"/>
              <a:gd name="connsiteY139"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32222 w 10678681"/>
              <a:gd name="connsiteY85" fmla="*/ 1318360 h 1342734"/>
              <a:gd name="connsiteX86" fmla="*/ 4578184 w 10678681"/>
              <a:gd name="connsiteY86" fmla="*/ 1326745 h 1342734"/>
              <a:gd name="connsiteX87" fmla="*/ 4564919 w 10678681"/>
              <a:gd name="connsiteY87" fmla="*/ 1325507 h 1342734"/>
              <a:gd name="connsiteX88" fmla="*/ 4566586 w 10678681"/>
              <a:gd name="connsiteY88" fmla="*/ 1316963 h 1342734"/>
              <a:gd name="connsiteX89" fmla="*/ 4556303 w 10678681"/>
              <a:gd name="connsiteY89" fmla="*/ 1300262 h 1342734"/>
              <a:gd name="connsiteX90" fmla="*/ 4502358 w 10678681"/>
              <a:gd name="connsiteY90" fmla="*/ 1302558 h 1342734"/>
              <a:gd name="connsiteX91" fmla="*/ 4498919 w 10678681"/>
              <a:gd name="connsiteY91" fmla="*/ 1312115 h 1342734"/>
              <a:gd name="connsiteX92" fmla="*/ 4492075 w 10678681"/>
              <a:gd name="connsiteY92" fmla="*/ 1313357 h 1342734"/>
              <a:gd name="connsiteX93" fmla="*/ 4487466 w 10678681"/>
              <a:gd name="connsiteY93" fmla="*/ 1304102 h 1342734"/>
              <a:gd name="connsiteX94" fmla="*/ 4398292 w 10678681"/>
              <a:gd name="connsiteY94" fmla="*/ 1278410 h 1342734"/>
              <a:gd name="connsiteX95" fmla="*/ 4306088 w 10678681"/>
              <a:gd name="connsiteY95" fmla="*/ 1282512 h 1342734"/>
              <a:gd name="connsiteX96" fmla="*/ 4188995 w 10678681"/>
              <a:gd name="connsiteY96" fmla="*/ 1296718 h 1342734"/>
              <a:gd name="connsiteX97" fmla="*/ 4136582 w 10678681"/>
              <a:gd name="connsiteY97" fmla="*/ 1287687 h 1342734"/>
              <a:gd name="connsiteX98" fmla="*/ 4064614 w 10678681"/>
              <a:gd name="connsiteY98" fmla="*/ 1296118 h 1342734"/>
              <a:gd name="connsiteX99" fmla="*/ 3900948 w 10678681"/>
              <a:gd name="connsiteY99" fmla="*/ 1322156 h 1342734"/>
              <a:gd name="connsiteX100" fmla="*/ 3787890 w 10678681"/>
              <a:gd name="connsiteY100" fmla="*/ 1322164 h 1342734"/>
              <a:gd name="connsiteX101" fmla="*/ 3745993 w 10678681"/>
              <a:gd name="connsiteY101" fmla="*/ 1342630 h 1342734"/>
              <a:gd name="connsiteX102" fmla="*/ 3675785 w 10678681"/>
              <a:gd name="connsiteY102" fmla="*/ 1326802 h 1342734"/>
              <a:gd name="connsiteX103" fmla="*/ 3623856 w 10678681"/>
              <a:gd name="connsiteY103" fmla="*/ 1290804 h 1342734"/>
              <a:gd name="connsiteX104" fmla="*/ 3564933 w 10678681"/>
              <a:gd name="connsiteY104" fmla="*/ 1287147 h 1342734"/>
              <a:gd name="connsiteX105" fmla="*/ 3550537 w 10678681"/>
              <a:gd name="connsiteY105" fmla="*/ 1317552 h 1342734"/>
              <a:gd name="connsiteX106" fmla="*/ 3487736 w 10678681"/>
              <a:gd name="connsiteY106" fmla="*/ 1303493 h 1342734"/>
              <a:gd name="connsiteX107" fmla="*/ 3392548 w 10678681"/>
              <a:gd name="connsiteY107" fmla="*/ 1278741 h 1342734"/>
              <a:gd name="connsiteX108" fmla="*/ 3337466 w 10678681"/>
              <a:gd name="connsiteY108" fmla="*/ 1272537 h 1342734"/>
              <a:gd name="connsiteX109" fmla="*/ 3175981 w 10678681"/>
              <a:gd name="connsiteY109" fmla="*/ 1208973 h 1342734"/>
              <a:gd name="connsiteX110" fmla="*/ 3036856 w 10678681"/>
              <a:gd name="connsiteY110" fmla="*/ 1214383 h 1342734"/>
              <a:gd name="connsiteX111" fmla="*/ 2824973 w 10678681"/>
              <a:gd name="connsiteY111" fmla="*/ 1134864 h 1342734"/>
              <a:gd name="connsiteX112" fmla="*/ 2804398 w 10678681"/>
              <a:gd name="connsiteY112" fmla="*/ 1125556 h 1342734"/>
              <a:gd name="connsiteX113" fmla="*/ 2736109 w 10678681"/>
              <a:gd name="connsiteY113" fmla="*/ 1137717 h 1342734"/>
              <a:gd name="connsiteX114" fmla="*/ 2659096 w 10678681"/>
              <a:gd name="connsiteY114" fmla="*/ 1150294 h 1342734"/>
              <a:gd name="connsiteX115" fmla="*/ 2567088 w 10678681"/>
              <a:gd name="connsiteY115" fmla="*/ 1181781 h 1342734"/>
              <a:gd name="connsiteX116" fmla="*/ 2454501 w 10678681"/>
              <a:gd name="connsiteY116" fmla="*/ 1155455 h 1342734"/>
              <a:gd name="connsiteX117" fmla="*/ 2385161 w 10678681"/>
              <a:gd name="connsiteY117" fmla="*/ 1161312 h 1342734"/>
              <a:gd name="connsiteX118" fmla="*/ 2273361 w 10678681"/>
              <a:gd name="connsiteY118" fmla="*/ 1134090 h 1342734"/>
              <a:gd name="connsiteX119" fmla="*/ 2132003 w 10678681"/>
              <a:gd name="connsiteY119" fmla="*/ 1139225 h 1342734"/>
              <a:gd name="connsiteX120" fmla="*/ 2041224 w 10678681"/>
              <a:gd name="connsiteY120" fmla="*/ 1147536 h 1342734"/>
              <a:gd name="connsiteX121" fmla="*/ 2010157 w 10678681"/>
              <a:gd name="connsiteY121" fmla="*/ 1152767 h 1342734"/>
              <a:gd name="connsiteX122" fmla="*/ 1859213 w 10678681"/>
              <a:gd name="connsiteY122" fmla="*/ 1199540 h 1342734"/>
              <a:gd name="connsiteX123" fmla="*/ 1735877 w 10678681"/>
              <a:gd name="connsiteY123" fmla="*/ 1246527 h 1342734"/>
              <a:gd name="connsiteX124" fmla="*/ 1705069 w 10678681"/>
              <a:gd name="connsiteY124" fmla="*/ 1251989 h 1342734"/>
              <a:gd name="connsiteX125" fmla="*/ 1307888 w 10678681"/>
              <a:gd name="connsiteY125" fmla="*/ 1283156 h 1342734"/>
              <a:gd name="connsiteX126" fmla="*/ 1220734 w 10678681"/>
              <a:gd name="connsiteY126" fmla="*/ 1257811 h 1342734"/>
              <a:gd name="connsiteX127" fmla="*/ 1021737 w 10678681"/>
              <a:gd name="connsiteY127" fmla="*/ 1238739 h 1342734"/>
              <a:gd name="connsiteX128" fmla="*/ 959820 w 10678681"/>
              <a:gd name="connsiteY128" fmla="*/ 1275863 h 1342734"/>
              <a:gd name="connsiteX129" fmla="*/ 929137 w 10678681"/>
              <a:gd name="connsiteY129" fmla="*/ 1273957 h 1342734"/>
              <a:gd name="connsiteX130" fmla="*/ 878849 w 10678681"/>
              <a:gd name="connsiteY130" fmla="*/ 1266740 h 1342734"/>
              <a:gd name="connsiteX131" fmla="*/ 800667 w 10678681"/>
              <a:gd name="connsiteY131" fmla="*/ 1282041 h 1342734"/>
              <a:gd name="connsiteX132" fmla="*/ 644906 w 10678681"/>
              <a:gd name="connsiteY132" fmla="*/ 1273685 h 1342734"/>
              <a:gd name="connsiteX133" fmla="*/ 379869 w 10678681"/>
              <a:gd name="connsiteY133" fmla="*/ 1339165 h 1342734"/>
              <a:gd name="connsiteX134" fmla="*/ 137696 w 10678681"/>
              <a:gd name="connsiteY134" fmla="*/ 1319217 h 1342734"/>
              <a:gd name="connsiteX135" fmla="*/ 54250 w 10678681"/>
              <a:gd name="connsiteY135" fmla="*/ 1315838 h 1342734"/>
              <a:gd name="connsiteX136" fmla="*/ 28042 w 10678681"/>
              <a:gd name="connsiteY136" fmla="*/ 1297822 h 1342734"/>
              <a:gd name="connsiteX137" fmla="*/ 0 w 10678681"/>
              <a:gd name="connsiteY137" fmla="*/ 1294612 h 1342734"/>
              <a:gd name="connsiteX138" fmla="*/ 0 w 10678681"/>
              <a:gd name="connsiteY138"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578184 w 10678681"/>
              <a:gd name="connsiteY85" fmla="*/ 1326745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285593 w 10678681"/>
              <a:gd name="connsiteY77" fmla="*/ 1273569 h 1342734"/>
              <a:gd name="connsiteX78" fmla="*/ 5192893 w 10678681"/>
              <a:gd name="connsiteY78" fmla="*/ 1247188 h 1342734"/>
              <a:gd name="connsiteX79" fmla="*/ 5186475 w 10678681"/>
              <a:gd name="connsiteY79" fmla="*/ 1257028 h 1342734"/>
              <a:gd name="connsiteX80" fmla="*/ 5126038 w 10678681"/>
              <a:gd name="connsiteY80" fmla="*/ 1263189 h 1342734"/>
              <a:gd name="connsiteX81" fmla="*/ 4894688 w 10678681"/>
              <a:gd name="connsiteY81" fmla="*/ 1247184 h 1342734"/>
              <a:gd name="connsiteX82" fmla="*/ 4788036 w 10678681"/>
              <a:gd name="connsiteY82" fmla="*/ 1238182 h 1342734"/>
              <a:gd name="connsiteX83" fmla="*/ 4747555 w 10678681"/>
              <a:gd name="connsiteY83" fmla="*/ 1252768 h 1342734"/>
              <a:gd name="connsiteX84" fmla="*/ 4679644 w 10678681"/>
              <a:gd name="connsiteY84" fmla="*/ 1276603 h 1342734"/>
              <a:gd name="connsiteX85" fmla="*/ 4617473 w 10678681"/>
              <a:gd name="connsiteY85" fmla="*/ 1296467 h 1342734"/>
              <a:gd name="connsiteX86" fmla="*/ 4564919 w 10678681"/>
              <a:gd name="connsiteY86" fmla="*/ 1325507 h 1342734"/>
              <a:gd name="connsiteX87" fmla="*/ 4566586 w 10678681"/>
              <a:gd name="connsiteY87" fmla="*/ 1316963 h 1342734"/>
              <a:gd name="connsiteX88" fmla="*/ 4556303 w 10678681"/>
              <a:gd name="connsiteY88" fmla="*/ 1300262 h 1342734"/>
              <a:gd name="connsiteX89" fmla="*/ 4502358 w 10678681"/>
              <a:gd name="connsiteY89" fmla="*/ 1302558 h 1342734"/>
              <a:gd name="connsiteX90" fmla="*/ 4498919 w 10678681"/>
              <a:gd name="connsiteY90" fmla="*/ 1312115 h 1342734"/>
              <a:gd name="connsiteX91" fmla="*/ 4492075 w 10678681"/>
              <a:gd name="connsiteY91" fmla="*/ 1313357 h 1342734"/>
              <a:gd name="connsiteX92" fmla="*/ 4487466 w 10678681"/>
              <a:gd name="connsiteY92" fmla="*/ 1304102 h 1342734"/>
              <a:gd name="connsiteX93" fmla="*/ 4398292 w 10678681"/>
              <a:gd name="connsiteY93" fmla="*/ 1278410 h 1342734"/>
              <a:gd name="connsiteX94" fmla="*/ 4306088 w 10678681"/>
              <a:gd name="connsiteY94" fmla="*/ 1282512 h 1342734"/>
              <a:gd name="connsiteX95" fmla="*/ 4188995 w 10678681"/>
              <a:gd name="connsiteY95" fmla="*/ 1296718 h 1342734"/>
              <a:gd name="connsiteX96" fmla="*/ 4136582 w 10678681"/>
              <a:gd name="connsiteY96" fmla="*/ 1287687 h 1342734"/>
              <a:gd name="connsiteX97" fmla="*/ 4064614 w 10678681"/>
              <a:gd name="connsiteY97" fmla="*/ 1296118 h 1342734"/>
              <a:gd name="connsiteX98" fmla="*/ 3900948 w 10678681"/>
              <a:gd name="connsiteY98" fmla="*/ 1322156 h 1342734"/>
              <a:gd name="connsiteX99" fmla="*/ 3787890 w 10678681"/>
              <a:gd name="connsiteY99" fmla="*/ 1322164 h 1342734"/>
              <a:gd name="connsiteX100" fmla="*/ 3745993 w 10678681"/>
              <a:gd name="connsiteY100" fmla="*/ 1342630 h 1342734"/>
              <a:gd name="connsiteX101" fmla="*/ 3675785 w 10678681"/>
              <a:gd name="connsiteY101" fmla="*/ 1326802 h 1342734"/>
              <a:gd name="connsiteX102" fmla="*/ 3623856 w 10678681"/>
              <a:gd name="connsiteY102" fmla="*/ 1290804 h 1342734"/>
              <a:gd name="connsiteX103" fmla="*/ 3564933 w 10678681"/>
              <a:gd name="connsiteY103" fmla="*/ 1287147 h 1342734"/>
              <a:gd name="connsiteX104" fmla="*/ 3550537 w 10678681"/>
              <a:gd name="connsiteY104" fmla="*/ 1317552 h 1342734"/>
              <a:gd name="connsiteX105" fmla="*/ 3487736 w 10678681"/>
              <a:gd name="connsiteY105" fmla="*/ 1303493 h 1342734"/>
              <a:gd name="connsiteX106" fmla="*/ 3392548 w 10678681"/>
              <a:gd name="connsiteY106" fmla="*/ 1278741 h 1342734"/>
              <a:gd name="connsiteX107" fmla="*/ 3337466 w 10678681"/>
              <a:gd name="connsiteY107" fmla="*/ 1272537 h 1342734"/>
              <a:gd name="connsiteX108" fmla="*/ 3175981 w 10678681"/>
              <a:gd name="connsiteY108" fmla="*/ 1208973 h 1342734"/>
              <a:gd name="connsiteX109" fmla="*/ 3036856 w 10678681"/>
              <a:gd name="connsiteY109" fmla="*/ 1214383 h 1342734"/>
              <a:gd name="connsiteX110" fmla="*/ 2824973 w 10678681"/>
              <a:gd name="connsiteY110" fmla="*/ 1134864 h 1342734"/>
              <a:gd name="connsiteX111" fmla="*/ 2804398 w 10678681"/>
              <a:gd name="connsiteY111" fmla="*/ 1125556 h 1342734"/>
              <a:gd name="connsiteX112" fmla="*/ 2736109 w 10678681"/>
              <a:gd name="connsiteY112" fmla="*/ 1137717 h 1342734"/>
              <a:gd name="connsiteX113" fmla="*/ 2659096 w 10678681"/>
              <a:gd name="connsiteY113" fmla="*/ 1150294 h 1342734"/>
              <a:gd name="connsiteX114" fmla="*/ 2567088 w 10678681"/>
              <a:gd name="connsiteY114" fmla="*/ 1181781 h 1342734"/>
              <a:gd name="connsiteX115" fmla="*/ 2454501 w 10678681"/>
              <a:gd name="connsiteY115" fmla="*/ 1155455 h 1342734"/>
              <a:gd name="connsiteX116" fmla="*/ 2385161 w 10678681"/>
              <a:gd name="connsiteY116" fmla="*/ 1161312 h 1342734"/>
              <a:gd name="connsiteX117" fmla="*/ 2273361 w 10678681"/>
              <a:gd name="connsiteY117" fmla="*/ 1134090 h 1342734"/>
              <a:gd name="connsiteX118" fmla="*/ 2132003 w 10678681"/>
              <a:gd name="connsiteY118" fmla="*/ 1139225 h 1342734"/>
              <a:gd name="connsiteX119" fmla="*/ 2041224 w 10678681"/>
              <a:gd name="connsiteY119" fmla="*/ 1147536 h 1342734"/>
              <a:gd name="connsiteX120" fmla="*/ 2010157 w 10678681"/>
              <a:gd name="connsiteY120" fmla="*/ 1152767 h 1342734"/>
              <a:gd name="connsiteX121" fmla="*/ 1859213 w 10678681"/>
              <a:gd name="connsiteY121" fmla="*/ 1199540 h 1342734"/>
              <a:gd name="connsiteX122" fmla="*/ 1735877 w 10678681"/>
              <a:gd name="connsiteY122" fmla="*/ 1246527 h 1342734"/>
              <a:gd name="connsiteX123" fmla="*/ 1705069 w 10678681"/>
              <a:gd name="connsiteY123" fmla="*/ 1251989 h 1342734"/>
              <a:gd name="connsiteX124" fmla="*/ 1307888 w 10678681"/>
              <a:gd name="connsiteY124" fmla="*/ 1283156 h 1342734"/>
              <a:gd name="connsiteX125" fmla="*/ 1220734 w 10678681"/>
              <a:gd name="connsiteY125" fmla="*/ 1257811 h 1342734"/>
              <a:gd name="connsiteX126" fmla="*/ 1021737 w 10678681"/>
              <a:gd name="connsiteY126" fmla="*/ 1238739 h 1342734"/>
              <a:gd name="connsiteX127" fmla="*/ 959820 w 10678681"/>
              <a:gd name="connsiteY127" fmla="*/ 1275863 h 1342734"/>
              <a:gd name="connsiteX128" fmla="*/ 929137 w 10678681"/>
              <a:gd name="connsiteY128" fmla="*/ 1273957 h 1342734"/>
              <a:gd name="connsiteX129" fmla="*/ 878849 w 10678681"/>
              <a:gd name="connsiteY129" fmla="*/ 1266740 h 1342734"/>
              <a:gd name="connsiteX130" fmla="*/ 800667 w 10678681"/>
              <a:gd name="connsiteY130" fmla="*/ 1282041 h 1342734"/>
              <a:gd name="connsiteX131" fmla="*/ 644906 w 10678681"/>
              <a:gd name="connsiteY131" fmla="*/ 1273685 h 1342734"/>
              <a:gd name="connsiteX132" fmla="*/ 379869 w 10678681"/>
              <a:gd name="connsiteY132" fmla="*/ 1339165 h 1342734"/>
              <a:gd name="connsiteX133" fmla="*/ 137696 w 10678681"/>
              <a:gd name="connsiteY133" fmla="*/ 1319217 h 1342734"/>
              <a:gd name="connsiteX134" fmla="*/ 54250 w 10678681"/>
              <a:gd name="connsiteY134" fmla="*/ 1315838 h 1342734"/>
              <a:gd name="connsiteX135" fmla="*/ 28042 w 10678681"/>
              <a:gd name="connsiteY135" fmla="*/ 1297822 h 1342734"/>
              <a:gd name="connsiteX136" fmla="*/ 0 w 10678681"/>
              <a:gd name="connsiteY136" fmla="*/ 1294612 h 1342734"/>
              <a:gd name="connsiteX137" fmla="*/ 0 w 10678681"/>
              <a:gd name="connsiteY137"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26038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8647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220734 w 10678681"/>
              <a:gd name="connsiteY124" fmla="*/ 1257811 h 1342734"/>
              <a:gd name="connsiteX125" fmla="*/ 1021737 w 10678681"/>
              <a:gd name="connsiteY125" fmla="*/ 1238739 h 1342734"/>
              <a:gd name="connsiteX126" fmla="*/ 959820 w 10678681"/>
              <a:gd name="connsiteY126" fmla="*/ 1275863 h 1342734"/>
              <a:gd name="connsiteX127" fmla="*/ 929137 w 10678681"/>
              <a:gd name="connsiteY127" fmla="*/ 1273957 h 1342734"/>
              <a:gd name="connsiteX128" fmla="*/ 878849 w 10678681"/>
              <a:gd name="connsiteY128" fmla="*/ 1266740 h 1342734"/>
              <a:gd name="connsiteX129" fmla="*/ 800667 w 10678681"/>
              <a:gd name="connsiteY129" fmla="*/ 1282041 h 1342734"/>
              <a:gd name="connsiteX130" fmla="*/ 644906 w 10678681"/>
              <a:gd name="connsiteY130" fmla="*/ 1273685 h 1342734"/>
              <a:gd name="connsiteX131" fmla="*/ 379869 w 10678681"/>
              <a:gd name="connsiteY131" fmla="*/ 1339165 h 1342734"/>
              <a:gd name="connsiteX132" fmla="*/ 137696 w 10678681"/>
              <a:gd name="connsiteY132" fmla="*/ 1319217 h 1342734"/>
              <a:gd name="connsiteX133" fmla="*/ 54250 w 10678681"/>
              <a:gd name="connsiteY133" fmla="*/ 1315838 h 1342734"/>
              <a:gd name="connsiteX134" fmla="*/ 28042 w 10678681"/>
              <a:gd name="connsiteY134" fmla="*/ 1297822 h 1342734"/>
              <a:gd name="connsiteX135" fmla="*/ 0 w 10678681"/>
              <a:gd name="connsiteY135" fmla="*/ 1294612 h 1342734"/>
              <a:gd name="connsiteX136" fmla="*/ 0 w 10678681"/>
              <a:gd name="connsiteY136"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307888 w 10678681"/>
              <a:gd name="connsiteY123" fmla="*/ 1283156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705069 w 10678681"/>
              <a:gd name="connsiteY122" fmla="*/ 125198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 name="connsiteX0" fmla="*/ 0 w 10678681"/>
              <a:gd name="connsiteY0" fmla="*/ 0 h 1342734"/>
              <a:gd name="connsiteX1" fmla="*/ 10678681 w 10678681"/>
              <a:gd name="connsiteY1" fmla="*/ 0 h 1342734"/>
              <a:gd name="connsiteX2" fmla="*/ 10666019 w 10678681"/>
              <a:gd name="connsiteY2" fmla="*/ 7876 h 1342734"/>
              <a:gd name="connsiteX3" fmla="*/ 10632825 w 10678681"/>
              <a:gd name="connsiteY3" fmla="*/ 32153 h 1342734"/>
              <a:gd name="connsiteX4" fmla="*/ 10516219 w 10678681"/>
              <a:gd name="connsiteY4" fmla="*/ 45588 h 1342734"/>
              <a:gd name="connsiteX5" fmla="*/ 10456989 w 10678681"/>
              <a:gd name="connsiteY5" fmla="*/ 979 h 1342734"/>
              <a:gd name="connsiteX6" fmla="*/ 10438642 w 10678681"/>
              <a:gd name="connsiteY6" fmla="*/ 1524 h 1342734"/>
              <a:gd name="connsiteX7" fmla="*/ 10407146 w 10678681"/>
              <a:gd name="connsiteY7" fmla="*/ 43659 h 1342734"/>
              <a:gd name="connsiteX8" fmla="*/ 10341159 w 10678681"/>
              <a:gd name="connsiteY8" fmla="*/ 103824 h 1342734"/>
              <a:gd name="connsiteX9" fmla="*/ 10244930 w 10678681"/>
              <a:gd name="connsiteY9" fmla="*/ 94599 h 1342734"/>
              <a:gd name="connsiteX10" fmla="*/ 10115334 w 10678681"/>
              <a:gd name="connsiteY10" fmla="*/ 155658 h 1342734"/>
              <a:gd name="connsiteX11" fmla="*/ 10068157 w 10678681"/>
              <a:gd name="connsiteY11" fmla="*/ 215673 h 1342734"/>
              <a:gd name="connsiteX12" fmla="*/ 10045431 w 10678681"/>
              <a:gd name="connsiteY12" fmla="*/ 229568 h 1342734"/>
              <a:gd name="connsiteX13" fmla="*/ 9929077 w 10678681"/>
              <a:gd name="connsiteY13" fmla="*/ 209062 h 1342734"/>
              <a:gd name="connsiteX14" fmla="*/ 9840045 w 10678681"/>
              <a:gd name="connsiteY14" fmla="*/ 223033 h 1342734"/>
              <a:gd name="connsiteX15" fmla="*/ 9679639 w 10678681"/>
              <a:gd name="connsiteY15" fmla="*/ 247182 h 1342734"/>
              <a:gd name="connsiteX16" fmla="*/ 9498347 w 10678681"/>
              <a:gd name="connsiteY16" fmla="*/ 244723 h 1342734"/>
              <a:gd name="connsiteX17" fmla="*/ 9366026 w 10678681"/>
              <a:gd name="connsiteY17" fmla="*/ 299024 h 1342734"/>
              <a:gd name="connsiteX18" fmla="*/ 9316702 w 10678681"/>
              <a:gd name="connsiteY18" fmla="*/ 356523 h 1342734"/>
              <a:gd name="connsiteX19" fmla="*/ 9121744 w 10678681"/>
              <a:gd name="connsiteY19" fmla="*/ 365177 h 1342734"/>
              <a:gd name="connsiteX20" fmla="*/ 9061654 w 10678681"/>
              <a:gd name="connsiteY20" fmla="*/ 393730 h 1342734"/>
              <a:gd name="connsiteX21" fmla="*/ 8997577 w 10678681"/>
              <a:gd name="connsiteY21" fmla="*/ 380865 h 1342734"/>
              <a:gd name="connsiteX22" fmla="*/ 8907968 w 10678681"/>
              <a:gd name="connsiteY22" fmla="*/ 447345 h 1342734"/>
              <a:gd name="connsiteX23" fmla="*/ 8764163 w 10678681"/>
              <a:gd name="connsiteY23" fmla="*/ 471000 h 1342734"/>
              <a:gd name="connsiteX24" fmla="*/ 8680155 w 10678681"/>
              <a:gd name="connsiteY24" fmla="*/ 492404 h 1342734"/>
              <a:gd name="connsiteX25" fmla="*/ 8651436 w 10678681"/>
              <a:gd name="connsiteY25" fmla="*/ 511923 h 1342734"/>
              <a:gd name="connsiteX26" fmla="*/ 8609185 w 10678681"/>
              <a:gd name="connsiteY26" fmla="*/ 531525 h 1342734"/>
              <a:gd name="connsiteX27" fmla="*/ 8537091 w 10678681"/>
              <a:gd name="connsiteY27" fmla="*/ 574933 h 1342734"/>
              <a:gd name="connsiteX28" fmla="*/ 8435931 w 10678681"/>
              <a:gd name="connsiteY28" fmla="*/ 617926 h 1342734"/>
              <a:gd name="connsiteX29" fmla="*/ 8348623 w 10678681"/>
              <a:gd name="connsiteY29" fmla="*/ 600607 h 1342734"/>
              <a:gd name="connsiteX30" fmla="*/ 8276883 w 10678681"/>
              <a:gd name="connsiteY30" fmla="*/ 588214 h 1342734"/>
              <a:gd name="connsiteX31" fmla="*/ 8086698 w 10678681"/>
              <a:gd name="connsiteY31" fmla="*/ 605185 h 1342734"/>
              <a:gd name="connsiteX32" fmla="*/ 7982378 w 10678681"/>
              <a:gd name="connsiteY32" fmla="*/ 629799 h 1342734"/>
              <a:gd name="connsiteX33" fmla="*/ 7947952 w 10678681"/>
              <a:gd name="connsiteY33" fmla="*/ 648003 h 1342734"/>
              <a:gd name="connsiteX34" fmla="*/ 7890112 w 10678681"/>
              <a:gd name="connsiteY34" fmla="*/ 677915 h 1342734"/>
              <a:gd name="connsiteX35" fmla="*/ 7853284 w 10678681"/>
              <a:gd name="connsiteY35" fmla="*/ 723588 h 1342734"/>
              <a:gd name="connsiteX36" fmla="*/ 7802383 w 10678681"/>
              <a:gd name="connsiteY36" fmla="*/ 739359 h 1342734"/>
              <a:gd name="connsiteX37" fmla="*/ 7730518 w 10678681"/>
              <a:gd name="connsiteY37" fmla="*/ 739526 h 1342734"/>
              <a:gd name="connsiteX38" fmla="*/ 7720084 w 10678681"/>
              <a:gd name="connsiteY38" fmla="*/ 760750 h 1342734"/>
              <a:gd name="connsiteX39" fmla="*/ 7652907 w 10678681"/>
              <a:gd name="connsiteY39" fmla="*/ 783273 h 1342734"/>
              <a:gd name="connsiteX40" fmla="*/ 7606008 w 10678681"/>
              <a:gd name="connsiteY40" fmla="*/ 800717 h 1342734"/>
              <a:gd name="connsiteX41" fmla="*/ 7480223 w 10678681"/>
              <a:gd name="connsiteY41" fmla="*/ 856821 h 1342734"/>
              <a:gd name="connsiteX42" fmla="*/ 7356005 w 10678681"/>
              <a:gd name="connsiteY42" fmla="*/ 919462 h 1342734"/>
              <a:gd name="connsiteX43" fmla="*/ 7305396 w 10678681"/>
              <a:gd name="connsiteY43" fmla="*/ 986228 h 1342734"/>
              <a:gd name="connsiteX44" fmla="*/ 7266251 w 10678681"/>
              <a:gd name="connsiteY44" fmla="*/ 967864 h 1342734"/>
              <a:gd name="connsiteX45" fmla="*/ 7258094 w 10678681"/>
              <a:gd name="connsiteY45" fmla="*/ 990679 h 1342734"/>
              <a:gd name="connsiteX46" fmla="*/ 7257893 w 10678681"/>
              <a:gd name="connsiteY46" fmla="*/ 991204 h 1342734"/>
              <a:gd name="connsiteX47" fmla="*/ 7247153 w 10678681"/>
              <a:gd name="connsiteY47" fmla="*/ 991550 h 1342734"/>
              <a:gd name="connsiteX48" fmla="*/ 7193612 w 10678681"/>
              <a:gd name="connsiteY48" fmla="*/ 987042 h 1342734"/>
              <a:gd name="connsiteX49" fmla="*/ 7132632 w 10678681"/>
              <a:gd name="connsiteY49" fmla="*/ 1042036 h 1342734"/>
              <a:gd name="connsiteX50" fmla="*/ 7105610 w 10678681"/>
              <a:gd name="connsiteY50" fmla="*/ 1053537 h 1342734"/>
              <a:gd name="connsiteX51" fmla="*/ 7069148 w 10678681"/>
              <a:gd name="connsiteY51" fmla="*/ 1047163 h 1342734"/>
              <a:gd name="connsiteX52" fmla="*/ 7039634 w 10678681"/>
              <a:gd name="connsiteY52" fmla="*/ 1059971 h 1342734"/>
              <a:gd name="connsiteX53" fmla="*/ 7033445 w 10678681"/>
              <a:gd name="connsiteY53" fmla="*/ 1063314 h 1342734"/>
              <a:gd name="connsiteX54" fmla="*/ 6999157 w 10678681"/>
              <a:gd name="connsiteY54" fmla="*/ 1055282 h 1342734"/>
              <a:gd name="connsiteX55" fmla="*/ 6981874 w 10678681"/>
              <a:gd name="connsiteY55" fmla="*/ 1053827 h 1342734"/>
              <a:gd name="connsiteX56" fmla="*/ 6976102 w 10678681"/>
              <a:gd name="connsiteY56" fmla="*/ 1047854 h 1342734"/>
              <a:gd name="connsiteX57" fmla="*/ 6951040 w 10678681"/>
              <a:gd name="connsiteY57" fmla="*/ 1048531 h 1342734"/>
              <a:gd name="connsiteX58" fmla="*/ 6948497 w 10678681"/>
              <a:gd name="connsiteY58" fmla="*/ 1050706 h 1342734"/>
              <a:gd name="connsiteX59" fmla="*/ 6926582 w 10678681"/>
              <a:gd name="connsiteY59" fmla="*/ 1043462 h 1342734"/>
              <a:gd name="connsiteX60" fmla="*/ 6833743 w 10678681"/>
              <a:gd name="connsiteY60" fmla="*/ 1027960 h 1342734"/>
              <a:gd name="connsiteX61" fmla="*/ 6687090 w 10678681"/>
              <a:gd name="connsiteY61" fmla="*/ 1063250 h 1342734"/>
              <a:gd name="connsiteX62" fmla="*/ 6431838 w 10678681"/>
              <a:gd name="connsiteY62" fmla="*/ 1063226 h 1342734"/>
              <a:gd name="connsiteX63" fmla="*/ 6327795 w 10678681"/>
              <a:gd name="connsiteY63" fmla="*/ 1088142 h 1342734"/>
              <a:gd name="connsiteX64" fmla="*/ 6136549 w 10678681"/>
              <a:gd name="connsiteY64" fmla="*/ 1100268 h 1342734"/>
              <a:gd name="connsiteX65" fmla="*/ 6004655 w 10678681"/>
              <a:gd name="connsiteY65" fmla="*/ 1114946 h 1342734"/>
              <a:gd name="connsiteX66" fmla="*/ 5936643 w 10678681"/>
              <a:gd name="connsiteY66" fmla="*/ 1095428 h 1342734"/>
              <a:gd name="connsiteX67" fmla="*/ 5912484 w 10678681"/>
              <a:gd name="connsiteY67" fmla="*/ 1112624 h 1342734"/>
              <a:gd name="connsiteX68" fmla="*/ 5908387 w 10678681"/>
              <a:gd name="connsiteY68" fmla="*/ 1116018 h 1342734"/>
              <a:gd name="connsiteX69" fmla="*/ 5890495 w 10678681"/>
              <a:gd name="connsiteY69" fmla="*/ 1120268 h 1342734"/>
              <a:gd name="connsiteX70" fmla="*/ 5887318 w 10678681"/>
              <a:gd name="connsiteY70" fmla="*/ 1133134 h 1342734"/>
              <a:gd name="connsiteX71" fmla="*/ 5861726 w 10678681"/>
              <a:gd name="connsiteY71" fmla="*/ 1147891 h 1342734"/>
              <a:gd name="connsiteX72" fmla="*/ 5805823 w 10678681"/>
              <a:gd name="connsiteY72" fmla="*/ 1152457 h 1342734"/>
              <a:gd name="connsiteX73" fmla="*/ 5689841 w 10678681"/>
              <a:gd name="connsiteY73" fmla="*/ 1176232 h 1342734"/>
              <a:gd name="connsiteX74" fmla="*/ 5605119 w 10678681"/>
              <a:gd name="connsiteY74" fmla="*/ 1190202 h 1342734"/>
              <a:gd name="connsiteX75" fmla="*/ 5488513 w 10678681"/>
              <a:gd name="connsiteY75" fmla="*/ 1205367 h 1342734"/>
              <a:gd name="connsiteX76" fmla="*/ 5402905 w 10678681"/>
              <a:gd name="connsiteY76" fmla="*/ 1241191 h 1342734"/>
              <a:gd name="connsiteX77" fmla="*/ 5192893 w 10678681"/>
              <a:gd name="connsiteY77" fmla="*/ 1247188 h 1342734"/>
              <a:gd name="connsiteX78" fmla="*/ 5164025 w 10678681"/>
              <a:gd name="connsiteY78" fmla="*/ 1257028 h 1342734"/>
              <a:gd name="connsiteX79" fmla="*/ 5103589 w 10678681"/>
              <a:gd name="connsiteY79" fmla="*/ 1263189 h 1342734"/>
              <a:gd name="connsiteX80" fmla="*/ 4894688 w 10678681"/>
              <a:gd name="connsiteY80" fmla="*/ 1247184 h 1342734"/>
              <a:gd name="connsiteX81" fmla="*/ 4788036 w 10678681"/>
              <a:gd name="connsiteY81" fmla="*/ 1238182 h 1342734"/>
              <a:gd name="connsiteX82" fmla="*/ 4747555 w 10678681"/>
              <a:gd name="connsiteY82" fmla="*/ 1252768 h 1342734"/>
              <a:gd name="connsiteX83" fmla="*/ 4679644 w 10678681"/>
              <a:gd name="connsiteY83" fmla="*/ 1276603 h 1342734"/>
              <a:gd name="connsiteX84" fmla="*/ 4617473 w 10678681"/>
              <a:gd name="connsiteY84" fmla="*/ 1296467 h 1342734"/>
              <a:gd name="connsiteX85" fmla="*/ 4564919 w 10678681"/>
              <a:gd name="connsiteY85" fmla="*/ 1325507 h 1342734"/>
              <a:gd name="connsiteX86" fmla="*/ 4566586 w 10678681"/>
              <a:gd name="connsiteY86" fmla="*/ 1316963 h 1342734"/>
              <a:gd name="connsiteX87" fmla="*/ 4556303 w 10678681"/>
              <a:gd name="connsiteY87" fmla="*/ 1300262 h 1342734"/>
              <a:gd name="connsiteX88" fmla="*/ 4502358 w 10678681"/>
              <a:gd name="connsiteY88" fmla="*/ 1302558 h 1342734"/>
              <a:gd name="connsiteX89" fmla="*/ 4498919 w 10678681"/>
              <a:gd name="connsiteY89" fmla="*/ 1312115 h 1342734"/>
              <a:gd name="connsiteX90" fmla="*/ 4492075 w 10678681"/>
              <a:gd name="connsiteY90" fmla="*/ 1313357 h 1342734"/>
              <a:gd name="connsiteX91" fmla="*/ 4487466 w 10678681"/>
              <a:gd name="connsiteY91" fmla="*/ 1304102 h 1342734"/>
              <a:gd name="connsiteX92" fmla="*/ 4398292 w 10678681"/>
              <a:gd name="connsiteY92" fmla="*/ 1278410 h 1342734"/>
              <a:gd name="connsiteX93" fmla="*/ 4306088 w 10678681"/>
              <a:gd name="connsiteY93" fmla="*/ 1282512 h 1342734"/>
              <a:gd name="connsiteX94" fmla="*/ 4188995 w 10678681"/>
              <a:gd name="connsiteY94" fmla="*/ 1296718 h 1342734"/>
              <a:gd name="connsiteX95" fmla="*/ 4136582 w 10678681"/>
              <a:gd name="connsiteY95" fmla="*/ 1287687 h 1342734"/>
              <a:gd name="connsiteX96" fmla="*/ 4064614 w 10678681"/>
              <a:gd name="connsiteY96" fmla="*/ 1296118 h 1342734"/>
              <a:gd name="connsiteX97" fmla="*/ 3900948 w 10678681"/>
              <a:gd name="connsiteY97" fmla="*/ 1322156 h 1342734"/>
              <a:gd name="connsiteX98" fmla="*/ 3787890 w 10678681"/>
              <a:gd name="connsiteY98" fmla="*/ 1322164 h 1342734"/>
              <a:gd name="connsiteX99" fmla="*/ 3745993 w 10678681"/>
              <a:gd name="connsiteY99" fmla="*/ 1342630 h 1342734"/>
              <a:gd name="connsiteX100" fmla="*/ 3675785 w 10678681"/>
              <a:gd name="connsiteY100" fmla="*/ 1326802 h 1342734"/>
              <a:gd name="connsiteX101" fmla="*/ 3623856 w 10678681"/>
              <a:gd name="connsiteY101" fmla="*/ 1290804 h 1342734"/>
              <a:gd name="connsiteX102" fmla="*/ 3564933 w 10678681"/>
              <a:gd name="connsiteY102" fmla="*/ 1287147 h 1342734"/>
              <a:gd name="connsiteX103" fmla="*/ 3550537 w 10678681"/>
              <a:gd name="connsiteY103" fmla="*/ 1317552 h 1342734"/>
              <a:gd name="connsiteX104" fmla="*/ 3487736 w 10678681"/>
              <a:gd name="connsiteY104" fmla="*/ 1303493 h 1342734"/>
              <a:gd name="connsiteX105" fmla="*/ 3392548 w 10678681"/>
              <a:gd name="connsiteY105" fmla="*/ 1278741 h 1342734"/>
              <a:gd name="connsiteX106" fmla="*/ 3337466 w 10678681"/>
              <a:gd name="connsiteY106" fmla="*/ 1272537 h 1342734"/>
              <a:gd name="connsiteX107" fmla="*/ 3175981 w 10678681"/>
              <a:gd name="connsiteY107" fmla="*/ 1208973 h 1342734"/>
              <a:gd name="connsiteX108" fmla="*/ 3036856 w 10678681"/>
              <a:gd name="connsiteY108" fmla="*/ 1214383 h 1342734"/>
              <a:gd name="connsiteX109" fmla="*/ 2824973 w 10678681"/>
              <a:gd name="connsiteY109" fmla="*/ 1134864 h 1342734"/>
              <a:gd name="connsiteX110" fmla="*/ 2804398 w 10678681"/>
              <a:gd name="connsiteY110" fmla="*/ 1125556 h 1342734"/>
              <a:gd name="connsiteX111" fmla="*/ 2736109 w 10678681"/>
              <a:gd name="connsiteY111" fmla="*/ 1137717 h 1342734"/>
              <a:gd name="connsiteX112" fmla="*/ 2659096 w 10678681"/>
              <a:gd name="connsiteY112" fmla="*/ 1150294 h 1342734"/>
              <a:gd name="connsiteX113" fmla="*/ 2567088 w 10678681"/>
              <a:gd name="connsiteY113" fmla="*/ 1181781 h 1342734"/>
              <a:gd name="connsiteX114" fmla="*/ 2454501 w 10678681"/>
              <a:gd name="connsiteY114" fmla="*/ 1155455 h 1342734"/>
              <a:gd name="connsiteX115" fmla="*/ 2385161 w 10678681"/>
              <a:gd name="connsiteY115" fmla="*/ 1161312 h 1342734"/>
              <a:gd name="connsiteX116" fmla="*/ 2273361 w 10678681"/>
              <a:gd name="connsiteY116" fmla="*/ 1134090 h 1342734"/>
              <a:gd name="connsiteX117" fmla="*/ 2132003 w 10678681"/>
              <a:gd name="connsiteY117" fmla="*/ 1139225 h 1342734"/>
              <a:gd name="connsiteX118" fmla="*/ 2041224 w 10678681"/>
              <a:gd name="connsiteY118" fmla="*/ 1147536 h 1342734"/>
              <a:gd name="connsiteX119" fmla="*/ 2010157 w 10678681"/>
              <a:gd name="connsiteY119" fmla="*/ 1152767 h 1342734"/>
              <a:gd name="connsiteX120" fmla="*/ 1859213 w 10678681"/>
              <a:gd name="connsiteY120" fmla="*/ 1199540 h 1342734"/>
              <a:gd name="connsiteX121" fmla="*/ 1735877 w 10678681"/>
              <a:gd name="connsiteY121" fmla="*/ 1246527 h 1342734"/>
              <a:gd name="connsiteX122" fmla="*/ 1660167 w 10678681"/>
              <a:gd name="connsiteY122" fmla="*/ 1236849 h 1342734"/>
              <a:gd name="connsiteX123" fmla="*/ 1279827 w 10678681"/>
              <a:gd name="connsiteY123" fmla="*/ 1245307 h 1342734"/>
              <a:gd name="connsiteX124" fmla="*/ 1021737 w 10678681"/>
              <a:gd name="connsiteY124" fmla="*/ 1238739 h 1342734"/>
              <a:gd name="connsiteX125" fmla="*/ 959820 w 10678681"/>
              <a:gd name="connsiteY125" fmla="*/ 1275863 h 1342734"/>
              <a:gd name="connsiteX126" fmla="*/ 929137 w 10678681"/>
              <a:gd name="connsiteY126" fmla="*/ 1273957 h 1342734"/>
              <a:gd name="connsiteX127" fmla="*/ 878849 w 10678681"/>
              <a:gd name="connsiteY127" fmla="*/ 1266740 h 1342734"/>
              <a:gd name="connsiteX128" fmla="*/ 800667 w 10678681"/>
              <a:gd name="connsiteY128" fmla="*/ 1282041 h 1342734"/>
              <a:gd name="connsiteX129" fmla="*/ 644906 w 10678681"/>
              <a:gd name="connsiteY129" fmla="*/ 1273685 h 1342734"/>
              <a:gd name="connsiteX130" fmla="*/ 379869 w 10678681"/>
              <a:gd name="connsiteY130" fmla="*/ 1339165 h 1342734"/>
              <a:gd name="connsiteX131" fmla="*/ 137696 w 10678681"/>
              <a:gd name="connsiteY131" fmla="*/ 1319217 h 1342734"/>
              <a:gd name="connsiteX132" fmla="*/ 54250 w 10678681"/>
              <a:gd name="connsiteY132" fmla="*/ 1315838 h 1342734"/>
              <a:gd name="connsiteX133" fmla="*/ 28042 w 10678681"/>
              <a:gd name="connsiteY133" fmla="*/ 1297822 h 1342734"/>
              <a:gd name="connsiteX134" fmla="*/ 0 w 10678681"/>
              <a:gd name="connsiteY134" fmla="*/ 1294612 h 1342734"/>
              <a:gd name="connsiteX135" fmla="*/ 0 w 10678681"/>
              <a:gd name="connsiteY135" fmla="*/ 0 h 134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0678681" h="1342734">
                <a:moveTo>
                  <a:pt x="0" y="0"/>
                </a:moveTo>
                <a:lnTo>
                  <a:pt x="10678681" y="0"/>
                </a:lnTo>
                <a:lnTo>
                  <a:pt x="10666019" y="7876"/>
                </a:lnTo>
                <a:cubicBezTo>
                  <a:pt x="10653407" y="16166"/>
                  <a:pt x="10642107" y="24244"/>
                  <a:pt x="10632825" y="32153"/>
                </a:cubicBezTo>
                <a:cubicBezTo>
                  <a:pt x="10592272" y="36323"/>
                  <a:pt x="10556884" y="50892"/>
                  <a:pt x="10516219" y="45588"/>
                </a:cubicBezTo>
                <a:cubicBezTo>
                  <a:pt x="10497465" y="38035"/>
                  <a:pt x="10481313" y="25649"/>
                  <a:pt x="10456989" y="979"/>
                </a:cubicBezTo>
                <a:cubicBezTo>
                  <a:pt x="10458435" y="21260"/>
                  <a:pt x="10448472" y="9612"/>
                  <a:pt x="10438642" y="1524"/>
                </a:cubicBezTo>
                <a:cubicBezTo>
                  <a:pt x="10430119" y="11702"/>
                  <a:pt x="10417632" y="41266"/>
                  <a:pt x="10407146" y="43659"/>
                </a:cubicBezTo>
                <a:cubicBezTo>
                  <a:pt x="10379701" y="2826"/>
                  <a:pt x="10370665" y="125005"/>
                  <a:pt x="10341159" y="103824"/>
                </a:cubicBezTo>
                <a:cubicBezTo>
                  <a:pt x="10332001" y="120367"/>
                  <a:pt x="10274736" y="115685"/>
                  <a:pt x="10244930" y="94599"/>
                </a:cubicBezTo>
                <a:cubicBezTo>
                  <a:pt x="10189350" y="132718"/>
                  <a:pt x="10178914" y="158571"/>
                  <a:pt x="10115334" y="155658"/>
                </a:cubicBezTo>
                <a:cubicBezTo>
                  <a:pt x="10110816" y="185325"/>
                  <a:pt x="10047419" y="166765"/>
                  <a:pt x="10068157" y="215673"/>
                </a:cubicBezTo>
                <a:cubicBezTo>
                  <a:pt x="10047157" y="216184"/>
                  <a:pt x="10029060" y="198149"/>
                  <a:pt x="10045431" y="229568"/>
                </a:cubicBezTo>
                <a:cubicBezTo>
                  <a:pt x="10018897" y="234017"/>
                  <a:pt x="9963426" y="205273"/>
                  <a:pt x="9929077" y="209062"/>
                </a:cubicBezTo>
                <a:cubicBezTo>
                  <a:pt x="9910475" y="224494"/>
                  <a:pt x="9890198" y="272419"/>
                  <a:pt x="9840045" y="223033"/>
                </a:cubicBezTo>
                <a:cubicBezTo>
                  <a:pt x="9789999" y="276055"/>
                  <a:pt x="9744257" y="186744"/>
                  <a:pt x="9679639" y="247182"/>
                </a:cubicBezTo>
                <a:cubicBezTo>
                  <a:pt x="9634736" y="215294"/>
                  <a:pt x="9537501" y="238016"/>
                  <a:pt x="9498347" y="244723"/>
                </a:cubicBezTo>
                <a:cubicBezTo>
                  <a:pt x="9450379" y="244255"/>
                  <a:pt x="9394227" y="293607"/>
                  <a:pt x="9366026" y="299024"/>
                </a:cubicBezTo>
                <a:cubicBezTo>
                  <a:pt x="9341424" y="298595"/>
                  <a:pt x="9297504" y="338146"/>
                  <a:pt x="9316702" y="356523"/>
                </a:cubicBezTo>
                <a:cubicBezTo>
                  <a:pt x="9228105" y="319675"/>
                  <a:pt x="9206375" y="367221"/>
                  <a:pt x="9121744" y="365177"/>
                </a:cubicBezTo>
                <a:cubicBezTo>
                  <a:pt x="9093808" y="425910"/>
                  <a:pt x="9103257" y="373647"/>
                  <a:pt x="9061654" y="393730"/>
                </a:cubicBezTo>
                <a:cubicBezTo>
                  <a:pt x="9060114" y="344357"/>
                  <a:pt x="9015442" y="432718"/>
                  <a:pt x="8997577" y="380865"/>
                </a:cubicBezTo>
                <a:cubicBezTo>
                  <a:pt x="8969550" y="402056"/>
                  <a:pt x="8954076" y="446763"/>
                  <a:pt x="8907968" y="447345"/>
                </a:cubicBezTo>
                <a:cubicBezTo>
                  <a:pt x="8864369" y="428134"/>
                  <a:pt x="8818646" y="497461"/>
                  <a:pt x="8764163" y="471000"/>
                </a:cubicBezTo>
                <a:cubicBezTo>
                  <a:pt x="8744747" y="465539"/>
                  <a:pt x="8688469" y="474754"/>
                  <a:pt x="8680155" y="492404"/>
                </a:cubicBezTo>
                <a:cubicBezTo>
                  <a:pt x="8668902" y="497604"/>
                  <a:pt x="8654338" y="493892"/>
                  <a:pt x="8651436" y="511923"/>
                </a:cubicBezTo>
                <a:cubicBezTo>
                  <a:pt x="8645505" y="533975"/>
                  <a:pt x="8599739" y="507897"/>
                  <a:pt x="8609185" y="531525"/>
                </a:cubicBezTo>
                <a:cubicBezTo>
                  <a:pt x="8576806" y="513805"/>
                  <a:pt x="8560019" y="560634"/>
                  <a:pt x="8537091" y="574933"/>
                </a:cubicBezTo>
                <a:cubicBezTo>
                  <a:pt x="8510928" y="556486"/>
                  <a:pt x="8488623" y="604682"/>
                  <a:pt x="8435931" y="617926"/>
                </a:cubicBezTo>
                <a:cubicBezTo>
                  <a:pt x="8406978" y="596402"/>
                  <a:pt x="8400500" y="627188"/>
                  <a:pt x="8348623" y="600607"/>
                </a:cubicBezTo>
                <a:cubicBezTo>
                  <a:pt x="8347650" y="604255"/>
                  <a:pt x="8320537" y="587451"/>
                  <a:pt x="8276883" y="588214"/>
                </a:cubicBezTo>
                <a:cubicBezTo>
                  <a:pt x="8233229" y="588977"/>
                  <a:pt x="8147007" y="602039"/>
                  <a:pt x="8086698" y="605185"/>
                </a:cubicBezTo>
                <a:cubicBezTo>
                  <a:pt x="8018754" y="612533"/>
                  <a:pt x="8076794" y="658105"/>
                  <a:pt x="7982378" y="629799"/>
                </a:cubicBezTo>
                <a:cubicBezTo>
                  <a:pt x="7978309" y="650417"/>
                  <a:pt x="7968020" y="653434"/>
                  <a:pt x="7947952" y="648003"/>
                </a:cubicBezTo>
                <a:cubicBezTo>
                  <a:pt x="7915301" y="652980"/>
                  <a:pt x="7930086" y="699793"/>
                  <a:pt x="7890112" y="677915"/>
                </a:cubicBezTo>
                <a:cubicBezTo>
                  <a:pt x="7902561" y="702153"/>
                  <a:pt x="7831508" y="700184"/>
                  <a:pt x="7853284" y="723588"/>
                </a:cubicBezTo>
                <a:cubicBezTo>
                  <a:pt x="7838304" y="751013"/>
                  <a:pt x="7817999" y="714992"/>
                  <a:pt x="7802383" y="739359"/>
                </a:cubicBezTo>
                <a:cubicBezTo>
                  <a:pt x="7781922" y="742015"/>
                  <a:pt x="7755431" y="732207"/>
                  <a:pt x="7730518" y="739526"/>
                </a:cubicBezTo>
                <a:cubicBezTo>
                  <a:pt x="7716802" y="743091"/>
                  <a:pt x="7733019" y="753459"/>
                  <a:pt x="7720084" y="760750"/>
                </a:cubicBezTo>
                <a:cubicBezTo>
                  <a:pt x="7707149" y="768041"/>
                  <a:pt x="7671920" y="776612"/>
                  <a:pt x="7652907" y="783273"/>
                </a:cubicBezTo>
                <a:cubicBezTo>
                  <a:pt x="7630163" y="772504"/>
                  <a:pt x="7616976" y="783101"/>
                  <a:pt x="7606008" y="800717"/>
                </a:cubicBezTo>
                <a:cubicBezTo>
                  <a:pt x="7561224" y="806541"/>
                  <a:pt x="7527083" y="837162"/>
                  <a:pt x="7480223" y="856821"/>
                </a:cubicBezTo>
                <a:cubicBezTo>
                  <a:pt x="7422566" y="851729"/>
                  <a:pt x="7406130" y="898621"/>
                  <a:pt x="7356005" y="919462"/>
                </a:cubicBezTo>
                <a:cubicBezTo>
                  <a:pt x="7301710" y="896412"/>
                  <a:pt x="7327853" y="963334"/>
                  <a:pt x="7305396" y="986228"/>
                </a:cubicBezTo>
                <a:lnTo>
                  <a:pt x="7266251" y="967864"/>
                </a:lnTo>
                <a:lnTo>
                  <a:pt x="7258094" y="990679"/>
                </a:lnTo>
                <a:lnTo>
                  <a:pt x="7257893" y="991204"/>
                </a:lnTo>
                <a:lnTo>
                  <a:pt x="7247153" y="991550"/>
                </a:lnTo>
                <a:cubicBezTo>
                  <a:pt x="7228850" y="991013"/>
                  <a:pt x="7210872" y="989423"/>
                  <a:pt x="7193612" y="987042"/>
                </a:cubicBezTo>
                <a:cubicBezTo>
                  <a:pt x="7184018" y="1016185"/>
                  <a:pt x="7117645" y="991054"/>
                  <a:pt x="7132632" y="1042036"/>
                </a:cubicBezTo>
                <a:cubicBezTo>
                  <a:pt x="7109597" y="1040358"/>
                  <a:pt x="7092653" y="1020472"/>
                  <a:pt x="7105610" y="1053537"/>
                </a:cubicBezTo>
                <a:cubicBezTo>
                  <a:pt x="7098186" y="1053959"/>
                  <a:pt x="7071669" y="1042250"/>
                  <a:pt x="7069148" y="1047163"/>
                </a:cubicBezTo>
                <a:lnTo>
                  <a:pt x="7039634" y="1059971"/>
                </a:lnTo>
                <a:lnTo>
                  <a:pt x="7033445" y="1063314"/>
                </a:lnTo>
                <a:lnTo>
                  <a:pt x="6999157" y="1055282"/>
                </a:lnTo>
                <a:lnTo>
                  <a:pt x="6981874" y="1053827"/>
                </a:lnTo>
                <a:lnTo>
                  <a:pt x="6976102" y="1047854"/>
                </a:lnTo>
                <a:cubicBezTo>
                  <a:pt x="6970359" y="1044495"/>
                  <a:pt x="6962768" y="1043656"/>
                  <a:pt x="6951040" y="1048531"/>
                </a:cubicBezTo>
                <a:lnTo>
                  <a:pt x="6948497" y="1050706"/>
                </a:lnTo>
                <a:lnTo>
                  <a:pt x="6926582" y="1043462"/>
                </a:lnTo>
                <a:cubicBezTo>
                  <a:pt x="6919310" y="1039773"/>
                  <a:pt x="6839625" y="1034777"/>
                  <a:pt x="6833743" y="1027960"/>
                </a:cubicBezTo>
                <a:cubicBezTo>
                  <a:pt x="6776335" y="1015119"/>
                  <a:pt x="6761260" y="1047430"/>
                  <a:pt x="6687090" y="1063250"/>
                </a:cubicBezTo>
                <a:cubicBezTo>
                  <a:pt x="6621041" y="1075436"/>
                  <a:pt x="6482366" y="1074217"/>
                  <a:pt x="6431838" y="1063226"/>
                </a:cubicBezTo>
                <a:cubicBezTo>
                  <a:pt x="6405016" y="1060235"/>
                  <a:pt x="6309698" y="1067799"/>
                  <a:pt x="6327795" y="1088142"/>
                </a:cubicBezTo>
                <a:cubicBezTo>
                  <a:pt x="6241699" y="1050273"/>
                  <a:pt x="6228725" y="1111123"/>
                  <a:pt x="6136549" y="1100268"/>
                </a:cubicBezTo>
                <a:cubicBezTo>
                  <a:pt x="6096483" y="1157984"/>
                  <a:pt x="6053277" y="1099229"/>
                  <a:pt x="6004655" y="1114946"/>
                </a:cubicBezTo>
                <a:cubicBezTo>
                  <a:pt x="6010724" y="1065500"/>
                  <a:pt x="5948029" y="1149051"/>
                  <a:pt x="5936643" y="1095428"/>
                </a:cubicBezTo>
                <a:cubicBezTo>
                  <a:pt x="5928154" y="1099986"/>
                  <a:pt x="5920290" y="1106094"/>
                  <a:pt x="5912484" y="1112624"/>
                </a:cubicBezTo>
                <a:lnTo>
                  <a:pt x="5908387" y="1116018"/>
                </a:lnTo>
                <a:lnTo>
                  <a:pt x="5890495" y="1120268"/>
                </a:lnTo>
                <a:lnTo>
                  <a:pt x="5887318" y="1133134"/>
                </a:lnTo>
                <a:lnTo>
                  <a:pt x="5861726" y="1147891"/>
                </a:lnTo>
                <a:cubicBezTo>
                  <a:pt x="5851855" y="1151615"/>
                  <a:pt x="5818443" y="1153513"/>
                  <a:pt x="5805823" y="1152457"/>
                </a:cubicBezTo>
                <a:cubicBezTo>
                  <a:pt x="5761190" y="1128740"/>
                  <a:pt x="5745234" y="1208320"/>
                  <a:pt x="5689841" y="1176232"/>
                </a:cubicBezTo>
                <a:cubicBezTo>
                  <a:pt x="5645165" y="1182523"/>
                  <a:pt x="5638674" y="1185346"/>
                  <a:pt x="5605119" y="1190202"/>
                </a:cubicBezTo>
                <a:cubicBezTo>
                  <a:pt x="5595173" y="1211597"/>
                  <a:pt x="5481899" y="1180798"/>
                  <a:pt x="5488513" y="1205367"/>
                </a:cubicBezTo>
                <a:cubicBezTo>
                  <a:pt x="5455905" y="1184307"/>
                  <a:pt x="5430208" y="1229302"/>
                  <a:pt x="5402905" y="1241191"/>
                </a:cubicBezTo>
                <a:cubicBezTo>
                  <a:pt x="5353635" y="1248161"/>
                  <a:pt x="5228965" y="1244549"/>
                  <a:pt x="5192893" y="1247188"/>
                </a:cubicBezTo>
                <a:cubicBezTo>
                  <a:pt x="5191257" y="1250727"/>
                  <a:pt x="5178909" y="1254361"/>
                  <a:pt x="5164025" y="1257028"/>
                </a:cubicBezTo>
                <a:cubicBezTo>
                  <a:pt x="5149141" y="1259695"/>
                  <a:pt x="5121746" y="1277136"/>
                  <a:pt x="5103589" y="1263189"/>
                </a:cubicBezTo>
                <a:cubicBezTo>
                  <a:pt x="5020856" y="1221392"/>
                  <a:pt x="4961920" y="1251721"/>
                  <a:pt x="4894688" y="1247184"/>
                </a:cubicBezTo>
                <a:cubicBezTo>
                  <a:pt x="4819279" y="1247443"/>
                  <a:pt x="4886780" y="1276272"/>
                  <a:pt x="4788036" y="1238182"/>
                </a:cubicBezTo>
                <a:cubicBezTo>
                  <a:pt x="4780353" y="1258340"/>
                  <a:pt x="4768632" y="1260281"/>
                  <a:pt x="4747555" y="1252768"/>
                </a:cubicBezTo>
                <a:cubicBezTo>
                  <a:pt x="4711089" y="1254336"/>
                  <a:pt x="4719897" y="1302605"/>
                  <a:pt x="4679644" y="1276603"/>
                </a:cubicBezTo>
                <a:cubicBezTo>
                  <a:pt x="4651415" y="1288933"/>
                  <a:pt x="4636594" y="1288316"/>
                  <a:pt x="4617473" y="1296467"/>
                </a:cubicBezTo>
                <a:lnTo>
                  <a:pt x="4564919" y="1325507"/>
                </a:lnTo>
                <a:lnTo>
                  <a:pt x="4566586" y="1316963"/>
                </a:lnTo>
                <a:cubicBezTo>
                  <a:pt x="4569057" y="1308855"/>
                  <a:pt x="4571069" y="1299935"/>
                  <a:pt x="4556303" y="1300262"/>
                </a:cubicBezTo>
                <a:cubicBezTo>
                  <a:pt x="4525488" y="1305073"/>
                  <a:pt x="4517133" y="1269079"/>
                  <a:pt x="4502358" y="1302558"/>
                </a:cubicBezTo>
                <a:lnTo>
                  <a:pt x="4498919" y="1312115"/>
                </a:lnTo>
                <a:lnTo>
                  <a:pt x="4492075" y="1313357"/>
                </a:lnTo>
                <a:cubicBezTo>
                  <a:pt x="4488463" y="1312870"/>
                  <a:pt x="4486534" y="1310394"/>
                  <a:pt x="4487466" y="1304102"/>
                </a:cubicBezTo>
                <a:cubicBezTo>
                  <a:pt x="4457512" y="1328789"/>
                  <a:pt x="4426787" y="1287064"/>
                  <a:pt x="4398292" y="1278410"/>
                </a:cubicBezTo>
                <a:cubicBezTo>
                  <a:pt x="4375210" y="1302378"/>
                  <a:pt x="4366248" y="1283298"/>
                  <a:pt x="4306088" y="1282512"/>
                </a:cubicBezTo>
                <a:cubicBezTo>
                  <a:pt x="4280844" y="1310113"/>
                  <a:pt x="4237476" y="1258925"/>
                  <a:pt x="4188995" y="1296718"/>
                </a:cubicBezTo>
                <a:cubicBezTo>
                  <a:pt x="4186961" y="1293392"/>
                  <a:pt x="4157312" y="1287787"/>
                  <a:pt x="4136582" y="1287687"/>
                </a:cubicBezTo>
                <a:cubicBezTo>
                  <a:pt x="4115852" y="1287587"/>
                  <a:pt x="4081037" y="1280166"/>
                  <a:pt x="4064614" y="1296118"/>
                </a:cubicBezTo>
                <a:cubicBezTo>
                  <a:pt x="3987264" y="1347194"/>
                  <a:pt x="3967205" y="1309881"/>
                  <a:pt x="3900948" y="1322156"/>
                </a:cubicBezTo>
                <a:cubicBezTo>
                  <a:pt x="3826014" y="1330612"/>
                  <a:pt x="3831060" y="1333478"/>
                  <a:pt x="3787890" y="1322164"/>
                </a:cubicBezTo>
                <a:cubicBezTo>
                  <a:pt x="3777929" y="1303028"/>
                  <a:pt x="3766063" y="1332733"/>
                  <a:pt x="3745993" y="1342630"/>
                </a:cubicBezTo>
                <a:cubicBezTo>
                  <a:pt x="3709591" y="1345286"/>
                  <a:pt x="3712765" y="1296323"/>
                  <a:pt x="3675785" y="1326802"/>
                </a:cubicBezTo>
                <a:cubicBezTo>
                  <a:pt x="3682573" y="1300349"/>
                  <a:pt x="3606829" y="1318588"/>
                  <a:pt x="3623856" y="1290804"/>
                </a:cubicBezTo>
                <a:cubicBezTo>
                  <a:pt x="3600335" y="1267550"/>
                  <a:pt x="3588308" y="1307279"/>
                  <a:pt x="3564933" y="1287147"/>
                </a:cubicBezTo>
                <a:cubicBezTo>
                  <a:pt x="3538420" y="1283043"/>
                  <a:pt x="3579946" y="1314789"/>
                  <a:pt x="3550537" y="1317552"/>
                </a:cubicBezTo>
                <a:cubicBezTo>
                  <a:pt x="3514920" y="1316159"/>
                  <a:pt x="3514600" y="1364317"/>
                  <a:pt x="3487736" y="1303493"/>
                </a:cubicBezTo>
                <a:cubicBezTo>
                  <a:pt x="3450312" y="1319195"/>
                  <a:pt x="3443340" y="1291726"/>
                  <a:pt x="3392548" y="1278741"/>
                </a:cubicBezTo>
                <a:cubicBezTo>
                  <a:pt x="3371053" y="1294449"/>
                  <a:pt x="3354022" y="1287164"/>
                  <a:pt x="3337466" y="1272537"/>
                </a:cubicBezTo>
                <a:cubicBezTo>
                  <a:pt x="3287808" y="1277154"/>
                  <a:pt x="3231625" y="1217343"/>
                  <a:pt x="3175981" y="1208973"/>
                </a:cubicBezTo>
                <a:cubicBezTo>
                  <a:pt x="3115467" y="1227175"/>
                  <a:pt x="3096324" y="1223154"/>
                  <a:pt x="3036856" y="1214383"/>
                </a:cubicBezTo>
                <a:cubicBezTo>
                  <a:pt x="2976484" y="1195723"/>
                  <a:pt x="2863716" y="1149668"/>
                  <a:pt x="2824973" y="1134864"/>
                </a:cubicBezTo>
                <a:cubicBezTo>
                  <a:pt x="2817752" y="1140972"/>
                  <a:pt x="2802616" y="1134132"/>
                  <a:pt x="2804398" y="1125556"/>
                </a:cubicBezTo>
                <a:cubicBezTo>
                  <a:pt x="2796364" y="1128008"/>
                  <a:pt x="2737660" y="1151579"/>
                  <a:pt x="2736109" y="1137717"/>
                </a:cubicBezTo>
                <a:cubicBezTo>
                  <a:pt x="2696082" y="1134954"/>
                  <a:pt x="2695314" y="1134322"/>
                  <a:pt x="2659096" y="1150294"/>
                </a:cubicBezTo>
                <a:cubicBezTo>
                  <a:pt x="2582535" y="1124403"/>
                  <a:pt x="2622743" y="1189988"/>
                  <a:pt x="2567088" y="1181781"/>
                </a:cubicBezTo>
                <a:cubicBezTo>
                  <a:pt x="2523074" y="1153322"/>
                  <a:pt x="2505741" y="1175022"/>
                  <a:pt x="2454501" y="1155455"/>
                </a:cubicBezTo>
                <a:cubicBezTo>
                  <a:pt x="2435184" y="1199648"/>
                  <a:pt x="2405890" y="1149324"/>
                  <a:pt x="2385161" y="1161312"/>
                </a:cubicBezTo>
                <a:cubicBezTo>
                  <a:pt x="2329714" y="1166582"/>
                  <a:pt x="2322102" y="1137771"/>
                  <a:pt x="2273361" y="1134090"/>
                </a:cubicBezTo>
                <a:cubicBezTo>
                  <a:pt x="2270204" y="1112590"/>
                  <a:pt x="2164540" y="1136821"/>
                  <a:pt x="2132003" y="1139225"/>
                </a:cubicBezTo>
                <a:cubicBezTo>
                  <a:pt x="2119616" y="1127805"/>
                  <a:pt x="2068429" y="1132839"/>
                  <a:pt x="2041224" y="1147536"/>
                </a:cubicBezTo>
                <a:cubicBezTo>
                  <a:pt x="2072319" y="1178143"/>
                  <a:pt x="2006941" y="1118646"/>
                  <a:pt x="2010157" y="1152767"/>
                </a:cubicBezTo>
                <a:cubicBezTo>
                  <a:pt x="1976080" y="1167742"/>
                  <a:pt x="1904926" y="1183913"/>
                  <a:pt x="1859213" y="1199540"/>
                </a:cubicBezTo>
                <a:cubicBezTo>
                  <a:pt x="1837985" y="1173314"/>
                  <a:pt x="1772946" y="1249813"/>
                  <a:pt x="1735877" y="1246527"/>
                </a:cubicBezTo>
                <a:cubicBezTo>
                  <a:pt x="1727774" y="1263559"/>
                  <a:pt x="1674382" y="1247072"/>
                  <a:pt x="1660167" y="1236849"/>
                </a:cubicBezTo>
                <a:cubicBezTo>
                  <a:pt x="1541640" y="1221134"/>
                  <a:pt x="1352140" y="1267338"/>
                  <a:pt x="1279827" y="1245307"/>
                </a:cubicBezTo>
                <a:lnTo>
                  <a:pt x="1021737" y="1238739"/>
                </a:lnTo>
                <a:cubicBezTo>
                  <a:pt x="1011829" y="1264670"/>
                  <a:pt x="960483" y="1235921"/>
                  <a:pt x="959820" y="1275863"/>
                </a:cubicBezTo>
                <a:cubicBezTo>
                  <a:pt x="950745" y="1291685"/>
                  <a:pt x="934594" y="1289700"/>
                  <a:pt x="929137" y="1273957"/>
                </a:cubicBezTo>
                <a:cubicBezTo>
                  <a:pt x="909281" y="1275184"/>
                  <a:pt x="894620" y="1293444"/>
                  <a:pt x="878849" y="1266740"/>
                </a:cubicBezTo>
                <a:cubicBezTo>
                  <a:pt x="851668" y="1267510"/>
                  <a:pt x="816599" y="1322523"/>
                  <a:pt x="800667" y="1282041"/>
                </a:cubicBezTo>
                <a:cubicBezTo>
                  <a:pt x="741645" y="1285469"/>
                  <a:pt x="699773" y="1269716"/>
                  <a:pt x="644906" y="1273685"/>
                </a:cubicBezTo>
                <a:cubicBezTo>
                  <a:pt x="541527" y="1321342"/>
                  <a:pt x="446058" y="1236106"/>
                  <a:pt x="379869" y="1339165"/>
                </a:cubicBezTo>
                <a:cubicBezTo>
                  <a:pt x="292000" y="1296022"/>
                  <a:pt x="211611" y="1323804"/>
                  <a:pt x="137696" y="1319217"/>
                </a:cubicBezTo>
                <a:cubicBezTo>
                  <a:pt x="102121" y="1327987"/>
                  <a:pt x="88791" y="1285209"/>
                  <a:pt x="54250" y="1315838"/>
                </a:cubicBezTo>
                <a:cubicBezTo>
                  <a:pt x="49461" y="1305340"/>
                  <a:pt x="39595" y="1300426"/>
                  <a:pt x="28042" y="1297822"/>
                </a:cubicBezTo>
                <a:lnTo>
                  <a:pt x="0" y="129461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Freeform: Shape 23">
            <a:extLst>
              <a:ext uri="{FF2B5EF4-FFF2-40B4-BE49-F238E27FC236}">
                <a16:creationId xmlns:a16="http://schemas.microsoft.com/office/drawing/2014/main" id="{EF693875-948C-4D9B-AE6F-8F6894277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199"/>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D8CF630E-BC57-4786-8B1F-C22C04E8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114200"/>
            <a:ext cx="6884912" cy="743802"/>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672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DD5165-4C33-EE98-88C2-5737339FEFF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18" name="Ink 1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18" name="Ink 17">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0" name="Rectangle 19">
            <a:extLst>
              <a:ext uri="{FF2B5EF4-FFF2-40B4-BE49-F238E27FC236}">
                <a16:creationId xmlns:a16="http://schemas.microsoft.com/office/drawing/2014/main" id="{7666DE11-17E1-4DC7-B2B7-6DA2E6A9C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52E493E-0B27-4F3C-AA01-17F0A2564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7042" y="1"/>
            <a:ext cx="7354956"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7577E1F-A11A-AF2E-3E6B-06D055CA6AF4}"/>
              </a:ext>
            </a:extLst>
          </p:cNvPr>
          <p:cNvPicPr>
            <a:picLocks noChangeAspect="1"/>
          </p:cNvPicPr>
          <p:nvPr/>
        </p:nvPicPr>
        <p:blipFill>
          <a:blip r:embed="rId5"/>
          <a:srcRect l="13351" r="9690"/>
          <a:stretch/>
        </p:blipFill>
        <p:spPr>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p:spPr>
      </p:pic>
      <p:sp>
        <p:nvSpPr>
          <p:cNvPr id="3" name="Subtitle 2">
            <a:extLst>
              <a:ext uri="{FF2B5EF4-FFF2-40B4-BE49-F238E27FC236}">
                <a16:creationId xmlns:a16="http://schemas.microsoft.com/office/drawing/2014/main" id="{3E14B213-FF3F-949B-AAE1-C5896AFD6E67}"/>
              </a:ext>
            </a:extLst>
          </p:cNvPr>
          <p:cNvSpPr>
            <a:spLocks noGrp="1"/>
          </p:cNvSpPr>
          <p:nvPr>
            <p:ph type="subTitle" idx="1"/>
          </p:nvPr>
        </p:nvSpPr>
        <p:spPr>
          <a:xfrm>
            <a:off x="7162799" y="2147356"/>
            <a:ext cx="3885061" cy="4107021"/>
          </a:xfrm>
        </p:spPr>
        <p:txBody>
          <a:bodyPr vert="horz" lIns="91440" tIns="45720" rIns="91440" bIns="45720" rtlCol="0">
            <a:normAutofit/>
          </a:bodyPr>
          <a:lstStyle/>
          <a:p>
            <a:pPr algn="l">
              <a:lnSpc>
                <a:spcPct val="200000"/>
              </a:lnSpc>
            </a:pPr>
            <a:r>
              <a:rPr lang="en-US" sz="2800" dirty="0">
                <a:solidFill>
                  <a:srgbClr val="00B050"/>
                </a:solidFill>
              </a:rPr>
              <a:t>INDEX</a:t>
            </a:r>
          </a:p>
          <a:p>
            <a:pPr algn="l">
              <a:lnSpc>
                <a:spcPct val="150000"/>
              </a:lnSpc>
            </a:pPr>
            <a:r>
              <a:rPr lang="en-US" sz="2000" dirty="0"/>
              <a:t>INTRODUCTION</a:t>
            </a:r>
          </a:p>
          <a:p>
            <a:pPr algn="l">
              <a:lnSpc>
                <a:spcPct val="150000"/>
              </a:lnSpc>
            </a:pPr>
            <a:r>
              <a:rPr lang="en-US" sz="2000" dirty="0"/>
              <a:t>PROGRESS</a:t>
            </a:r>
          </a:p>
          <a:p>
            <a:pPr algn="l">
              <a:lnSpc>
                <a:spcPct val="150000"/>
              </a:lnSpc>
            </a:pPr>
            <a:r>
              <a:rPr lang="en-US" sz="2000" dirty="0"/>
              <a:t>WORKING MODEL DEMO</a:t>
            </a:r>
            <a:r>
              <a:rPr lang="en-IN" sz="2000" dirty="0"/>
              <a:t> AND LOGICS</a:t>
            </a:r>
          </a:p>
          <a:p>
            <a:pPr algn="l">
              <a:lnSpc>
                <a:spcPct val="150000"/>
              </a:lnSpc>
            </a:pPr>
            <a:r>
              <a:rPr lang="en-IN" sz="2000" dirty="0"/>
              <a:t>CONCLUSION</a:t>
            </a:r>
            <a:endParaRPr lang="en-US" sz="2000" dirty="0"/>
          </a:p>
          <a:p>
            <a:pPr algn="l"/>
            <a:endParaRPr lang="en-US" spc="50" dirty="0"/>
          </a:p>
        </p:txBody>
      </p:sp>
    </p:spTree>
    <p:extLst>
      <p:ext uri="{BB962C8B-B14F-4D97-AF65-F5344CB8AC3E}">
        <p14:creationId xmlns:p14="http://schemas.microsoft.com/office/powerpoint/2010/main" val="3753560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5C685BF-E9A7-4525-ABF3-CCC2EAC37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2687005"/>
          </a:xfrm>
          <a:custGeom>
            <a:avLst/>
            <a:gdLst>
              <a:gd name="connsiteX0" fmla="*/ 12192000 w 12192000"/>
              <a:gd name="connsiteY0" fmla="*/ 0 h 2785707"/>
              <a:gd name="connsiteX1" fmla="*/ 0 w 12192000"/>
              <a:gd name="connsiteY1" fmla="*/ 0 h 2785707"/>
              <a:gd name="connsiteX2" fmla="*/ 0 w 12192000"/>
              <a:gd name="connsiteY2" fmla="*/ 591237 h 2785707"/>
              <a:gd name="connsiteX3" fmla="*/ 7462 w 12192000"/>
              <a:gd name="connsiteY3" fmla="*/ 596097 h 2785707"/>
              <a:gd name="connsiteX4" fmla="*/ 65949 w 12192000"/>
              <a:gd name="connsiteY4" fmla="*/ 623063 h 2785707"/>
              <a:gd name="connsiteX5" fmla="*/ 174040 w 12192000"/>
              <a:gd name="connsiteY5" fmla="*/ 614935 h 2785707"/>
              <a:gd name="connsiteX6" fmla="*/ 331354 w 12192000"/>
              <a:gd name="connsiteY6" fmla="*/ 605310 h 2785707"/>
              <a:gd name="connsiteX7" fmla="*/ 437701 w 12192000"/>
              <a:gd name="connsiteY7" fmla="*/ 649169 h 2785707"/>
              <a:gd name="connsiteX8" fmla="*/ 570985 w 12192000"/>
              <a:gd name="connsiteY8" fmla="*/ 634864 h 2785707"/>
              <a:gd name="connsiteX9" fmla="*/ 660488 w 12192000"/>
              <a:gd name="connsiteY9" fmla="*/ 637694 h 2785707"/>
              <a:gd name="connsiteX10" fmla="*/ 862240 w 12192000"/>
              <a:gd name="connsiteY10" fmla="*/ 647402 h 2785707"/>
              <a:gd name="connsiteX11" fmla="*/ 1055198 w 12192000"/>
              <a:gd name="connsiteY11" fmla="*/ 658414 h 2785707"/>
              <a:gd name="connsiteX12" fmla="*/ 1161490 w 12192000"/>
              <a:gd name="connsiteY12" fmla="*/ 664553 h 2785707"/>
              <a:gd name="connsiteX13" fmla="*/ 1335488 w 12192000"/>
              <a:gd name="connsiteY13" fmla="*/ 684838 h 2785707"/>
              <a:gd name="connsiteX14" fmla="*/ 1384901 w 12192000"/>
              <a:gd name="connsiteY14" fmla="*/ 684207 h 2785707"/>
              <a:gd name="connsiteX15" fmla="*/ 1414557 w 12192000"/>
              <a:gd name="connsiteY15" fmla="*/ 685540 h 2785707"/>
              <a:gd name="connsiteX16" fmla="*/ 1479073 w 12192000"/>
              <a:gd name="connsiteY16" fmla="*/ 708783 h 2785707"/>
              <a:gd name="connsiteX17" fmla="*/ 1760498 w 12192000"/>
              <a:gd name="connsiteY17" fmla="*/ 700683 h 2785707"/>
              <a:gd name="connsiteX18" fmla="*/ 1971386 w 12192000"/>
              <a:gd name="connsiteY18" fmla="*/ 726403 h 2785707"/>
              <a:gd name="connsiteX19" fmla="*/ 2050659 w 12192000"/>
              <a:gd name="connsiteY19" fmla="*/ 720928 h 2785707"/>
              <a:gd name="connsiteX20" fmla="*/ 2220475 w 12192000"/>
              <a:gd name="connsiteY20" fmla="*/ 749487 h 2785707"/>
              <a:gd name="connsiteX21" fmla="*/ 2272406 w 12192000"/>
              <a:gd name="connsiteY21" fmla="*/ 777021 h 2785707"/>
              <a:gd name="connsiteX22" fmla="*/ 2297410 w 12192000"/>
              <a:gd name="connsiteY22" fmla="*/ 791240 h 2785707"/>
              <a:gd name="connsiteX23" fmla="*/ 2377393 w 12192000"/>
              <a:gd name="connsiteY23" fmla="*/ 838529 h 2785707"/>
              <a:gd name="connsiteX24" fmla="*/ 2389325 w 12192000"/>
              <a:gd name="connsiteY24" fmla="*/ 847736 h 2785707"/>
              <a:gd name="connsiteX25" fmla="*/ 2418508 w 12192000"/>
              <a:gd name="connsiteY25" fmla="*/ 847030 h 2785707"/>
              <a:gd name="connsiteX26" fmla="*/ 2435377 w 12192000"/>
              <a:gd name="connsiteY26" fmla="*/ 837345 h 2785707"/>
              <a:gd name="connsiteX27" fmla="*/ 2439620 w 12192000"/>
              <a:gd name="connsiteY27" fmla="*/ 840860 h 2785707"/>
              <a:gd name="connsiteX28" fmla="*/ 2451797 w 12192000"/>
              <a:gd name="connsiteY28" fmla="*/ 846508 h 2785707"/>
              <a:gd name="connsiteX29" fmla="*/ 2505861 w 12192000"/>
              <a:gd name="connsiteY29" fmla="*/ 882666 h 2785707"/>
              <a:gd name="connsiteX30" fmla="*/ 2528621 w 12192000"/>
              <a:gd name="connsiteY30" fmla="*/ 883310 h 2785707"/>
              <a:gd name="connsiteX31" fmla="*/ 2615876 w 12192000"/>
              <a:gd name="connsiteY31" fmla="*/ 913568 h 2785707"/>
              <a:gd name="connsiteX32" fmla="*/ 2633076 w 12192000"/>
              <a:gd name="connsiteY32" fmla="*/ 918384 h 2785707"/>
              <a:gd name="connsiteX33" fmla="*/ 2665101 w 12192000"/>
              <a:gd name="connsiteY33" fmla="*/ 936714 h 2785707"/>
              <a:gd name="connsiteX34" fmla="*/ 2675173 w 12192000"/>
              <a:gd name="connsiteY34" fmla="*/ 938458 h 2785707"/>
              <a:gd name="connsiteX35" fmla="*/ 2707978 w 12192000"/>
              <a:gd name="connsiteY35" fmla="*/ 955182 h 2785707"/>
              <a:gd name="connsiteX36" fmla="*/ 2778669 w 12192000"/>
              <a:gd name="connsiteY36" fmla="*/ 991480 h 2785707"/>
              <a:gd name="connsiteX37" fmla="*/ 2796452 w 12192000"/>
              <a:gd name="connsiteY37" fmla="*/ 1000372 h 2785707"/>
              <a:gd name="connsiteX38" fmla="*/ 2813495 w 12192000"/>
              <a:gd name="connsiteY38" fmla="*/ 1001982 h 2785707"/>
              <a:gd name="connsiteX39" fmla="*/ 2904193 w 12192000"/>
              <a:gd name="connsiteY39" fmla="*/ 1024123 h 2785707"/>
              <a:gd name="connsiteX40" fmla="*/ 2926826 w 12192000"/>
              <a:gd name="connsiteY40" fmla="*/ 1025558 h 2785707"/>
              <a:gd name="connsiteX41" fmla="*/ 2937629 w 12192000"/>
              <a:gd name="connsiteY41" fmla="*/ 1021496 h 2785707"/>
              <a:gd name="connsiteX42" fmla="*/ 2970190 w 12192000"/>
              <a:gd name="connsiteY42" fmla="*/ 1039341 h 2785707"/>
              <a:gd name="connsiteX43" fmla="*/ 3023036 w 12192000"/>
              <a:gd name="connsiteY43" fmla="*/ 1057429 h 2785707"/>
              <a:gd name="connsiteX44" fmla="*/ 3047640 w 12192000"/>
              <a:gd name="connsiteY44" fmla="*/ 1067886 h 2785707"/>
              <a:gd name="connsiteX45" fmla="*/ 3069615 w 12192000"/>
              <a:gd name="connsiteY45" fmla="*/ 1068623 h 2785707"/>
              <a:gd name="connsiteX46" fmla="*/ 3189718 w 12192000"/>
              <a:gd name="connsiteY46" fmla="*/ 1090790 h 2785707"/>
              <a:gd name="connsiteX47" fmla="*/ 3234683 w 12192000"/>
              <a:gd name="connsiteY47" fmla="*/ 1082861 h 2785707"/>
              <a:gd name="connsiteX48" fmla="*/ 3243889 w 12192000"/>
              <a:gd name="connsiteY48" fmla="*/ 1088560 h 2785707"/>
              <a:gd name="connsiteX49" fmla="*/ 3316289 w 12192000"/>
              <a:gd name="connsiteY49" fmla="*/ 1102846 h 2785707"/>
              <a:gd name="connsiteX50" fmla="*/ 3363255 w 12192000"/>
              <a:gd name="connsiteY50" fmla="*/ 1113121 h 2785707"/>
              <a:gd name="connsiteX51" fmla="*/ 3450298 w 12192000"/>
              <a:gd name="connsiteY51" fmla="*/ 1140641 h 2785707"/>
              <a:gd name="connsiteX52" fmla="*/ 3502843 w 12192000"/>
              <a:gd name="connsiteY52" fmla="*/ 1152088 h 2785707"/>
              <a:gd name="connsiteX53" fmla="*/ 3534327 w 12192000"/>
              <a:gd name="connsiteY53" fmla="*/ 1158780 h 2785707"/>
              <a:gd name="connsiteX54" fmla="*/ 3613707 w 12192000"/>
              <a:gd name="connsiteY54" fmla="*/ 1188135 h 2785707"/>
              <a:gd name="connsiteX55" fmla="*/ 3734447 w 12192000"/>
              <a:gd name="connsiteY55" fmla="*/ 1264997 h 2785707"/>
              <a:gd name="connsiteX56" fmla="*/ 3774777 w 12192000"/>
              <a:gd name="connsiteY56" fmla="*/ 1280345 h 2785707"/>
              <a:gd name="connsiteX57" fmla="*/ 3782987 w 12192000"/>
              <a:gd name="connsiteY57" fmla="*/ 1278825 h 2785707"/>
              <a:gd name="connsiteX58" fmla="*/ 3829525 w 12192000"/>
              <a:gd name="connsiteY58" fmla="*/ 1314650 h 2785707"/>
              <a:gd name="connsiteX59" fmla="*/ 3916534 w 12192000"/>
              <a:gd name="connsiteY59" fmla="*/ 1337438 h 2785707"/>
              <a:gd name="connsiteX60" fmla="*/ 3985243 w 12192000"/>
              <a:gd name="connsiteY60" fmla="*/ 1349887 h 2785707"/>
              <a:gd name="connsiteX61" fmla="*/ 4022446 w 12192000"/>
              <a:gd name="connsiteY61" fmla="*/ 1358915 h 2785707"/>
              <a:gd name="connsiteX62" fmla="*/ 4050987 w 12192000"/>
              <a:gd name="connsiteY62" fmla="*/ 1363213 h 2785707"/>
              <a:gd name="connsiteX63" fmla="*/ 4115739 w 12192000"/>
              <a:gd name="connsiteY63" fmla="*/ 1386380 h 2785707"/>
              <a:gd name="connsiteX64" fmla="*/ 4219773 w 12192000"/>
              <a:gd name="connsiteY64" fmla="*/ 1429896 h 2785707"/>
              <a:gd name="connsiteX65" fmla="*/ 4242592 w 12192000"/>
              <a:gd name="connsiteY65" fmla="*/ 1437995 h 2785707"/>
              <a:gd name="connsiteX66" fmla="*/ 4264860 w 12192000"/>
              <a:gd name="connsiteY66" fmla="*/ 1440328 h 2785707"/>
              <a:gd name="connsiteX67" fmla="*/ 4272342 w 12192000"/>
              <a:gd name="connsiteY67" fmla="*/ 1436836 h 2785707"/>
              <a:gd name="connsiteX68" fmla="*/ 4285317 w 12192000"/>
              <a:gd name="connsiteY68" fmla="*/ 1440547 h 2785707"/>
              <a:gd name="connsiteX69" fmla="*/ 4289326 w 12192000"/>
              <a:gd name="connsiteY69" fmla="*/ 1440567 h 2785707"/>
              <a:gd name="connsiteX70" fmla="*/ 4311745 w 12192000"/>
              <a:gd name="connsiteY70" fmla="*/ 1441649 h 2785707"/>
              <a:gd name="connsiteX71" fmla="*/ 4345821 w 12192000"/>
              <a:gd name="connsiteY71" fmla="*/ 1467990 h 2785707"/>
              <a:gd name="connsiteX72" fmla="*/ 4399086 w 12192000"/>
              <a:gd name="connsiteY72" fmla="*/ 1480631 h 2785707"/>
              <a:gd name="connsiteX73" fmla="*/ 4635587 w 12192000"/>
              <a:gd name="connsiteY73" fmla="*/ 1532477 h 2785707"/>
              <a:gd name="connsiteX74" fmla="*/ 4697305 w 12192000"/>
              <a:gd name="connsiteY74" fmla="*/ 1598576 h 2785707"/>
              <a:gd name="connsiteX75" fmla="*/ 4800559 w 12192000"/>
              <a:gd name="connsiteY75" fmla="*/ 1650651 h 2785707"/>
              <a:gd name="connsiteX76" fmla="*/ 4945615 w 12192000"/>
              <a:gd name="connsiteY76" fmla="*/ 1698753 h 2785707"/>
              <a:gd name="connsiteX77" fmla="*/ 4951384 w 12192000"/>
              <a:gd name="connsiteY77" fmla="*/ 1709811 h 2785707"/>
              <a:gd name="connsiteX78" fmla="*/ 4961956 w 12192000"/>
              <a:gd name="connsiteY78" fmla="*/ 1718626 h 2785707"/>
              <a:gd name="connsiteX79" fmla="*/ 4964473 w 12192000"/>
              <a:gd name="connsiteY79" fmla="*/ 1718615 h 2785707"/>
              <a:gd name="connsiteX80" fmla="*/ 4991598 w 12192000"/>
              <a:gd name="connsiteY80" fmla="*/ 1734829 h 2785707"/>
              <a:gd name="connsiteX81" fmla="*/ 5009548 w 12192000"/>
              <a:gd name="connsiteY81" fmla="*/ 1747489 h 2785707"/>
              <a:gd name="connsiteX82" fmla="*/ 5014839 w 12192000"/>
              <a:gd name="connsiteY82" fmla="*/ 1748130 h 2785707"/>
              <a:gd name="connsiteX83" fmla="*/ 5058738 w 12192000"/>
              <a:gd name="connsiteY83" fmla="*/ 1764982 h 2785707"/>
              <a:gd name="connsiteX84" fmla="*/ 5080507 w 12192000"/>
              <a:gd name="connsiteY84" fmla="*/ 1768847 h 2785707"/>
              <a:gd name="connsiteX85" fmla="*/ 5142055 w 12192000"/>
              <a:gd name="connsiteY85" fmla="*/ 1767607 h 2785707"/>
              <a:gd name="connsiteX86" fmla="*/ 5173522 w 12192000"/>
              <a:gd name="connsiteY86" fmla="*/ 1784620 h 2785707"/>
              <a:gd name="connsiteX87" fmla="*/ 5180367 w 12192000"/>
              <a:gd name="connsiteY87" fmla="*/ 1787604 h 2785707"/>
              <a:gd name="connsiteX88" fmla="*/ 5180716 w 12192000"/>
              <a:gd name="connsiteY88" fmla="*/ 1787481 h 2785707"/>
              <a:gd name="connsiteX89" fmla="*/ 5188363 w 12192000"/>
              <a:gd name="connsiteY89" fmla="*/ 1790269 h 2785707"/>
              <a:gd name="connsiteX90" fmla="*/ 5192852 w 12192000"/>
              <a:gd name="connsiteY90" fmla="*/ 1793043 h 2785707"/>
              <a:gd name="connsiteX91" fmla="*/ 5272230 w 12192000"/>
              <a:gd name="connsiteY91" fmla="*/ 1791348 h 2785707"/>
              <a:gd name="connsiteX92" fmla="*/ 5376484 w 12192000"/>
              <a:gd name="connsiteY92" fmla="*/ 1805756 h 2785707"/>
              <a:gd name="connsiteX93" fmla="*/ 5478926 w 12192000"/>
              <a:gd name="connsiteY93" fmla="*/ 1822858 h 2785707"/>
              <a:gd name="connsiteX94" fmla="*/ 5515632 w 12192000"/>
              <a:gd name="connsiteY94" fmla="*/ 1830425 h 2785707"/>
              <a:gd name="connsiteX95" fmla="*/ 5582742 w 12192000"/>
              <a:gd name="connsiteY95" fmla="*/ 1837848 h 2785707"/>
              <a:gd name="connsiteX96" fmla="*/ 5615731 w 12192000"/>
              <a:gd name="connsiteY96" fmla="*/ 1838115 h 2785707"/>
              <a:gd name="connsiteX97" fmla="*/ 5619149 w 12192000"/>
              <a:gd name="connsiteY97" fmla="*/ 1835988 h 2785707"/>
              <a:gd name="connsiteX98" fmla="*/ 5625050 w 12192000"/>
              <a:gd name="connsiteY98" fmla="*/ 1835832 h 2785707"/>
              <a:gd name="connsiteX99" fmla="*/ 5640026 w 12192000"/>
              <a:gd name="connsiteY99" fmla="*/ 1839536 h 2785707"/>
              <a:gd name="connsiteX100" fmla="*/ 5645469 w 12192000"/>
              <a:gd name="connsiteY100" fmla="*/ 1841610 h 2785707"/>
              <a:gd name="connsiteX101" fmla="*/ 5653837 w 12192000"/>
              <a:gd name="connsiteY101" fmla="*/ 1843194 h 2785707"/>
              <a:gd name="connsiteX102" fmla="*/ 5654101 w 12192000"/>
              <a:gd name="connsiteY102" fmla="*/ 1843017 h 2785707"/>
              <a:gd name="connsiteX103" fmla="*/ 5661820 w 12192000"/>
              <a:gd name="connsiteY103" fmla="*/ 1844927 h 2785707"/>
              <a:gd name="connsiteX104" fmla="*/ 5698828 w 12192000"/>
              <a:gd name="connsiteY104" fmla="*/ 1857009 h 2785707"/>
              <a:gd name="connsiteX105" fmla="*/ 5755153 w 12192000"/>
              <a:gd name="connsiteY105" fmla="*/ 1846051 h 2785707"/>
              <a:gd name="connsiteX106" fmla="*/ 5777080 w 12192000"/>
              <a:gd name="connsiteY106" fmla="*/ 1846484 h 2785707"/>
              <a:gd name="connsiteX107" fmla="*/ 5790062 w 12192000"/>
              <a:gd name="connsiteY107" fmla="*/ 1844754 h 2785707"/>
              <a:gd name="connsiteX108" fmla="*/ 5888138 w 12192000"/>
              <a:gd name="connsiteY108" fmla="*/ 1877663 h 2785707"/>
              <a:gd name="connsiteX109" fmla="*/ 5902013 w 12192000"/>
              <a:gd name="connsiteY109" fmla="*/ 1884827 h 2785707"/>
              <a:gd name="connsiteX110" fmla="*/ 5912492 w 12192000"/>
              <a:gd name="connsiteY110" fmla="*/ 1894998 h 2785707"/>
              <a:gd name="connsiteX111" fmla="*/ 6068995 w 12192000"/>
              <a:gd name="connsiteY111" fmla="*/ 1920302 h 2785707"/>
              <a:gd name="connsiteX112" fmla="*/ 6283598 w 12192000"/>
              <a:gd name="connsiteY112" fmla="*/ 1991295 h 2785707"/>
              <a:gd name="connsiteX113" fmla="*/ 6378390 w 12192000"/>
              <a:gd name="connsiteY113" fmla="*/ 1991561 h 2785707"/>
              <a:gd name="connsiteX114" fmla="*/ 6519309 w 12192000"/>
              <a:gd name="connsiteY114" fmla="*/ 2027309 h 2785707"/>
              <a:gd name="connsiteX115" fmla="*/ 6643152 w 12192000"/>
              <a:gd name="connsiteY115" fmla="*/ 2049516 h 2785707"/>
              <a:gd name="connsiteX116" fmla="*/ 6656875 w 12192000"/>
              <a:gd name="connsiteY116" fmla="*/ 2051188 h 2785707"/>
              <a:gd name="connsiteX117" fmla="*/ 6662165 w 12192000"/>
              <a:gd name="connsiteY117" fmla="*/ 2046505 h 2785707"/>
              <a:gd name="connsiteX118" fmla="*/ 6708706 w 12192000"/>
              <a:gd name="connsiteY118" fmla="*/ 2049842 h 2785707"/>
              <a:gd name="connsiteX119" fmla="*/ 6797201 w 12192000"/>
              <a:gd name="connsiteY119" fmla="*/ 2065320 h 2785707"/>
              <a:gd name="connsiteX120" fmla="*/ 6810764 w 12192000"/>
              <a:gd name="connsiteY120" fmla="*/ 2071002 h 2785707"/>
              <a:gd name="connsiteX121" fmla="*/ 6901101 w 12192000"/>
              <a:gd name="connsiteY121" fmla="*/ 2082052 h 2785707"/>
              <a:gd name="connsiteX122" fmla="*/ 6962781 w 12192000"/>
              <a:gd name="connsiteY122" fmla="*/ 2092999 h 2785707"/>
              <a:gd name="connsiteX123" fmla="*/ 6975881 w 12192000"/>
              <a:gd name="connsiteY123" fmla="*/ 2098520 h 2785707"/>
              <a:gd name="connsiteX124" fmla="*/ 6991402 w 12192000"/>
              <a:gd name="connsiteY124" fmla="*/ 2094572 h 2785707"/>
              <a:gd name="connsiteX125" fmla="*/ 6996085 w 12192000"/>
              <a:gd name="connsiteY125" fmla="*/ 2090397 h 2785707"/>
              <a:gd name="connsiteX126" fmla="*/ 7045119 w 12192000"/>
              <a:gd name="connsiteY126" fmla="*/ 2100367 h 2785707"/>
              <a:gd name="connsiteX127" fmla="*/ 7051064 w 12192000"/>
              <a:gd name="connsiteY127" fmla="*/ 2100779 h 2785707"/>
              <a:gd name="connsiteX128" fmla="*/ 7092123 w 12192000"/>
              <a:gd name="connsiteY128" fmla="*/ 2100750 h 2785707"/>
              <a:gd name="connsiteX129" fmla="*/ 7153291 w 12192000"/>
              <a:gd name="connsiteY129" fmla="*/ 2096258 h 2785707"/>
              <a:gd name="connsiteX130" fmla="*/ 7216946 w 12192000"/>
              <a:gd name="connsiteY130" fmla="*/ 2083586 h 2785707"/>
              <a:gd name="connsiteX131" fmla="*/ 7253640 w 12192000"/>
              <a:gd name="connsiteY131" fmla="*/ 2078754 h 2785707"/>
              <a:gd name="connsiteX132" fmla="*/ 7279228 w 12192000"/>
              <a:gd name="connsiteY132" fmla="*/ 2072719 h 2785707"/>
              <a:gd name="connsiteX133" fmla="*/ 7350342 w 12192000"/>
              <a:gd name="connsiteY133" fmla="*/ 2070909 h 2785707"/>
              <a:gd name="connsiteX134" fmla="*/ 7470724 w 12192000"/>
              <a:gd name="connsiteY134" fmla="*/ 2073574 h 2785707"/>
              <a:gd name="connsiteX135" fmla="*/ 7514696 w 12192000"/>
              <a:gd name="connsiteY135" fmla="*/ 2067266 h 2785707"/>
              <a:gd name="connsiteX136" fmla="*/ 7516909 w 12192000"/>
              <a:gd name="connsiteY136" fmla="*/ 2061590 h 2785707"/>
              <a:gd name="connsiteX137" fmla="*/ 7530255 w 12192000"/>
              <a:gd name="connsiteY137" fmla="*/ 2060403 h 2785707"/>
              <a:gd name="connsiteX138" fmla="*/ 7533279 w 12192000"/>
              <a:gd name="connsiteY138" fmla="*/ 2059039 h 2785707"/>
              <a:gd name="connsiteX139" fmla="*/ 7551151 w 12192000"/>
              <a:gd name="connsiteY139" fmla="*/ 2052267 h 2785707"/>
              <a:gd name="connsiteX140" fmla="*/ 7602338 w 12192000"/>
              <a:gd name="connsiteY140" fmla="*/ 2063846 h 2785707"/>
              <a:gd name="connsiteX141" fmla="*/ 7625892 w 12192000"/>
              <a:gd name="connsiteY141" fmla="*/ 2064714 h 2785707"/>
              <a:gd name="connsiteX142" fmla="*/ 7648322 w 12192000"/>
              <a:gd name="connsiteY142" fmla="*/ 2072757 h 2785707"/>
              <a:gd name="connsiteX143" fmla="*/ 7660138 w 12192000"/>
              <a:gd name="connsiteY143" fmla="*/ 2081487 h 2785707"/>
              <a:gd name="connsiteX144" fmla="*/ 7701887 w 12192000"/>
              <a:gd name="connsiteY144" fmla="*/ 2097255 h 2785707"/>
              <a:gd name="connsiteX145" fmla="*/ 7701887 w 12192000"/>
              <a:gd name="connsiteY145" fmla="*/ 2081564 h 2785707"/>
              <a:gd name="connsiteX146" fmla="*/ 7781603 w 12192000"/>
              <a:gd name="connsiteY146" fmla="*/ 2105597 h 2785707"/>
              <a:gd name="connsiteX147" fmla="*/ 7840532 w 12192000"/>
              <a:gd name="connsiteY147" fmla="*/ 2126887 h 2785707"/>
              <a:gd name="connsiteX148" fmla="*/ 7852490 w 12192000"/>
              <a:gd name="connsiteY148" fmla="*/ 2134555 h 2785707"/>
              <a:gd name="connsiteX149" fmla="*/ 7868492 w 12192000"/>
              <a:gd name="connsiteY149" fmla="*/ 2133321 h 2785707"/>
              <a:gd name="connsiteX150" fmla="*/ 7873842 w 12192000"/>
              <a:gd name="connsiteY150" fmla="*/ 2130014 h 2785707"/>
              <a:gd name="connsiteX151" fmla="*/ 7920468 w 12192000"/>
              <a:gd name="connsiteY151" fmla="*/ 2148187 h 2785707"/>
              <a:gd name="connsiteX152" fmla="*/ 7926263 w 12192000"/>
              <a:gd name="connsiteY152" fmla="*/ 2149606 h 2785707"/>
              <a:gd name="connsiteX153" fmla="*/ 7966770 w 12192000"/>
              <a:gd name="connsiteY153" fmla="*/ 2156585 h 2785707"/>
              <a:gd name="connsiteX154" fmla="*/ 8092911 w 12192000"/>
              <a:gd name="connsiteY154" fmla="*/ 2161008 h 2785707"/>
              <a:gd name="connsiteX155" fmla="*/ 8129956 w 12192000"/>
              <a:gd name="connsiteY155" fmla="*/ 2162518 h 2785707"/>
              <a:gd name="connsiteX156" fmla="*/ 8156253 w 12192000"/>
              <a:gd name="connsiteY156" fmla="*/ 2160951 h 2785707"/>
              <a:gd name="connsiteX157" fmla="*/ 8226723 w 12192000"/>
              <a:gd name="connsiteY157" fmla="*/ 2171307 h 2785707"/>
              <a:gd name="connsiteX158" fmla="*/ 8345013 w 12192000"/>
              <a:gd name="connsiteY158" fmla="*/ 2194472 h 2785707"/>
              <a:gd name="connsiteX159" fmla="*/ 8389494 w 12192000"/>
              <a:gd name="connsiteY159" fmla="*/ 2195774 h 2785707"/>
              <a:gd name="connsiteX160" fmla="*/ 8392672 w 12192000"/>
              <a:gd name="connsiteY160" fmla="*/ 2190570 h 2785707"/>
              <a:gd name="connsiteX161" fmla="*/ 8406045 w 12192000"/>
              <a:gd name="connsiteY161" fmla="*/ 2191681 h 2785707"/>
              <a:gd name="connsiteX162" fmla="*/ 8409264 w 12192000"/>
              <a:gd name="connsiteY162" fmla="*/ 2190855 h 2785707"/>
              <a:gd name="connsiteX163" fmla="*/ 8428080 w 12192000"/>
              <a:gd name="connsiteY163" fmla="*/ 2187244 h 2785707"/>
              <a:gd name="connsiteX164" fmla="*/ 8476550 w 12192000"/>
              <a:gd name="connsiteY164" fmla="*/ 2207369 h 2785707"/>
              <a:gd name="connsiteX165" fmla="*/ 8588757 w 12192000"/>
              <a:gd name="connsiteY165" fmla="*/ 2225395 h 2785707"/>
              <a:gd name="connsiteX166" fmla="*/ 8749518 w 12192000"/>
              <a:gd name="connsiteY166" fmla="*/ 2245011 h 2785707"/>
              <a:gd name="connsiteX167" fmla="*/ 8874315 w 12192000"/>
              <a:gd name="connsiteY167" fmla="*/ 2266877 h 2785707"/>
              <a:gd name="connsiteX168" fmla="*/ 9029190 w 12192000"/>
              <a:gd name="connsiteY168" fmla="*/ 2309251 h 2785707"/>
              <a:gd name="connsiteX169" fmla="*/ 9142331 w 12192000"/>
              <a:gd name="connsiteY169" fmla="*/ 2320064 h 2785707"/>
              <a:gd name="connsiteX170" fmla="*/ 9155844 w 12192000"/>
              <a:gd name="connsiteY170" fmla="*/ 2330314 h 2785707"/>
              <a:gd name="connsiteX171" fmla="*/ 9171403 w 12192000"/>
              <a:gd name="connsiteY171" fmla="*/ 2337223 h 2785707"/>
              <a:gd name="connsiteX172" fmla="*/ 9173407 w 12192000"/>
              <a:gd name="connsiteY172" fmla="*/ 2336681 h 2785707"/>
              <a:gd name="connsiteX173" fmla="*/ 9208166 w 12192000"/>
              <a:gd name="connsiteY173" fmla="*/ 2347769 h 2785707"/>
              <a:gd name="connsiteX174" fmla="*/ 9274752 w 12192000"/>
              <a:gd name="connsiteY174" fmla="*/ 2367321 h 2785707"/>
              <a:gd name="connsiteX175" fmla="*/ 9275339 w 12192000"/>
              <a:gd name="connsiteY175" fmla="*/ 2366424 h 2785707"/>
              <a:gd name="connsiteX176" fmla="*/ 9286171 w 12192000"/>
              <a:gd name="connsiteY176" fmla="*/ 2364868 h 2785707"/>
              <a:gd name="connsiteX177" fmla="*/ 9306706 w 12192000"/>
              <a:gd name="connsiteY177" fmla="*/ 2364279 h 2785707"/>
              <a:gd name="connsiteX178" fmla="*/ 9354964 w 12192000"/>
              <a:gd name="connsiteY178" fmla="*/ 2350000 h 2785707"/>
              <a:gd name="connsiteX179" fmla="*/ 9393840 w 12192000"/>
              <a:gd name="connsiteY179" fmla="*/ 2360999 h 2785707"/>
              <a:gd name="connsiteX180" fmla="*/ 9401723 w 12192000"/>
              <a:gd name="connsiteY180" fmla="*/ 2362648 h 2785707"/>
              <a:gd name="connsiteX181" fmla="*/ 9401904 w 12192000"/>
              <a:gd name="connsiteY181" fmla="*/ 2362449 h 2785707"/>
              <a:gd name="connsiteX182" fmla="*/ 9410265 w 12192000"/>
              <a:gd name="connsiteY182" fmla="*/ 2363724 h 2785707"/>
              <a:gd name="connsiteX183" fmla="*/ 9431384 w 12192000"/>
              <a:gd name="connsiteY183" fmla="*/ 2368857 h 2785707"/>
              <a:gd name="connsiteX184" fmla="*/ 9436806 w 12192000"/>
              <a:gd name="connsiteY184" fmla="*/ 2368409 h 2785707"/>
              <a:gd name="connsiteX185" fmla="*/ 9469943 w 12192000"/>
              <a:gd name="connsiteY185" fmla="*/ 2364702 h 2785707"/>
              <a:gd name="connsiteX186" fmla="*/ 9571973 w 12192000"/>
              <a:gd name="connsiteY186" fmla="*/ 2375579 h 2785707"/>
              <a:gd name="connsiteX187" fmla="*/ 9673508 w 12192000"/>
              <a:gd name="connsiteY187" fmla="*/ 2388756 h 2785707"/>
              <a:gd name="connsiteX188" fmla="*/ 9775728 w 12192000"/>
              <a:gd name="connsiteY188" fmla="*/ 2398997 h 2785707"/>
              <a:gd name="connsiteX189" fmla="*/ 9828502 w 12192000"/>
              <a:gd name="connsiteY189" fmla="*/ 2387377 h 2785707"/>
              <a:gd name="connsiteX190" fmla="*/ 9834358 w 12192000"/>
              <a:gd name="connsiteY190" fmla="*/ 2387922 h 2785707"/>
              <a:gd name="connsiteX191" fmla="*/ 9848851 w 12192000"/>
              <a:gd name="connsiteY191" fmla="*/ 2393407 h 2785707"/>
              <a:gd name="connsiteX192" fmla="*/ 9854053 w 12192000"/>
              <a:gd name="connsiteY192" fmla="*/ 2396127 h 2785707"/>
              <a:gd name="connsiteX193" fmla="*/ 9862192 w 12192000"/>
              <a:gd name="connsiteY193" fmla="*/ 2398707 h 2785707"/>
              <a:gd name="connsiteX194" fmla="*/ 9862471 w 12192000"/>
              <a:gd name="connsiteY194" fmla="*/ 2398561 h 2785707"/>
              <a:gd name="connsiteX195" fmla="*/ 9905498 w 12192000"/>
              <a:gd name="connsiteY195" fmla="*/ 2417867 h 2785707"/>
              <a:gd name="connsiteX196" fmla="*/ 9962223 w 12192000"/>
              <a:gd name="connsiteY196" fmla="*/ 2413612 h 2785707"/>
              <a:gd name="connsiteX197" fmla="*/ 9983885 w 12192000"/>
              <a:gd name="connsiteY197" fmla="*/ 2416653 h 2785707"/>
              <a:gd name="connsiteX198" fmla="*/ 9995871 w 12192000"/>
              <a:gd name="connsiteY198" fmla="*/ 2417158 h 2785707"/>
              <a:gd name="connsiteX199" fmla="*/ 10030934 w 12192000"/>
              <a:gd name="connsiteY199" fmla="*/ 2432369 h 2785707"/>
              <a:gd name="connsiteX200" fmla="*/ 10036087 w 12192000"/>
              <a:gd name="connsiteY200" fmla="*/ 2432793 h 2785707"/>
              <a:gd name="connsiteX201" fmla="*/ 10057471 w 12192000"/>
              <a:gd name="connsiteY201" fmla="*/ 2445317 h 2785707"/>
              <a:gd name="connsiteX202" fmla="*/ 10088697 w 12192000"/>
              <a:gd name="connsiteY202" fmla="*/ 2461159 h 2785707"/>
              <a:gd name="connsiteX203" fmla="*/ 10091030 w 12192000"/>
              <a:gd name="connsiteY203" fmla="*/ 2461029 h 2785707"/>
              <a:gd name="connsiteX204" fmla="*/ 10104127 w 12192000"/>
              <a:gd name="connsiteY204" fmla="*/ 2469841 h 2785707"/>
              <a:gd name="connsiteX205" fmla="*/ 10169163 w 12192000"/>
              <a:gd name="connsiteY205" fmla="*/ 2492519 h 2785707"/>
              <a:gd name="connsiteX206" fmla="*/ 10266247 w 12192000"/>
              <a:gd name="connsiteY206" fmla="*/ 2525164 h 2785707"/>
              <a:gd name="connsiteX207" fmla="*/ 10383588 w 12192000"/>
              <a:gd name="connsiteY207" fmla="*/ 2556604 h 2785707"/>
              <a:gd name="connsiteX208" fmla="*/ 10502276 w 12192000"/>
              <a:gd name="connsiteY208" fmla="*/ 2611346 h 2785707"/>
              <a:gd name="connsiteX209" fmla="*/ 10702436 w 12192000"/>
              <a:gd name="connsiteY209" fmla="*/ 2685688 h 2785707"/>
              <a:gd name="connsiteX210" fmla="*/ 10738338 w 12192000"/>
              <a:gd name="connsiteY210" fmla="*/ 2690143 h 2785707"/>
              <a:gd name="connsiteX211" fmla="*/ 10738410 w 12192000"/>
              <a:gd name="connsiteY211" fmla="*/ 2690169 h 2785707"/>
              <a:gd name="connsiteX212" fmla="*/ 10828361 w 12192000"/>
              <a:gd name="connsiteY212" fmla="*/ 2695982 h 2785707"/>
              <a:gd name="connsiteX213" fmla="*/ 10850642 w 12192000"/>
              <a:gd name="connsiteY213" fmla="*/ 2691703 h 2785707"/>
              <a:gd name="connsiteX214" fmla="*/ 10944231 w 12192000"/>
              <a:gd name="connsiteY214" fmla="*/ 2690377 h 2785707"/>
              <a:gd name="connsiteX215" fmla="*/ 10961147 w 12192000"/>
              <a:gd name="connsiteY215" fmla="*/ 2687666 h 2785707"/>
              <a:gd name="connsiteX216" fmla="*/ 10980692 w 12192000"/>
              <a:gd name="connsiteY216" fmla="*/ 2691799 h 2785707"/>
              <a:gd name="connsiteX217" fmla="*/ 11058630 w 12192000"/>
              <a:gd name="connsiteY217" fmla="*/ 2709148 h 2785707"/>
              <a:gd name="connsiteX218" fmla="*/ 11094767 w 12192000"/>
              <a:gd name="connsiteY218" fmla="*/ 2717083 h 2785707"/>
              <a:gd name="connsiteX219" fmla="*/ 11096358 w 12192000"/>
              <a:gd name="connsiteY219" fmla="*/ 2720774 h 2785707"/>
              <a:gd name="connsiteX220" fmla="*/ 11104973 w 12192000"/>
              <a:gd name="connsiteY220" fmla="*/ 2716245 h 2785707"/>
              <a:gd name="connsiteX221" fmla="*/ 11131099 w 12192000"/>
              <a:gd name="connsiteY221" fmla="*/ 2719881 h 2785707"/>
              <a:gd name="connsiteX222" fmla="*/ 11140776 w 12192000"/>
              <a:gd name="connsiteY222" fmla="*/ 2725926 h 2785707"/>
              <a:gd name="connsiteX223" fmla="*/ 11158686 w 12192000"/>
              <a:gd name="connsiteY223" fmla="*/ 2726270 h 2785707"/>
              <a:gd name="connsiteX224" fmla="*/ 11273267 w 12192000"/>
              <a:gd name="connsiteY224" fmla="*/ 2728567 h 2785707"/>
              <a:gd name="connsiteX225" fmla="*/ 11288916 w 12192000"/>
              <a:gd name="connsiteY225" fmla="*/ 2737828 h 2785707"/>
              <a:gd name="connsiteX226" fmla="*/ 11311388 w 12192000"/>
              <a:gd name="connsiteY226" fmla="*/ 2736624 h 2785707"/>
              <a:gd name="connsiteX227" fmla="*/ 11335078 w 12192000"/>
              <a:gd name="connsiteY227" fmla="*/ 2749941 h 2785707"/>
              <a:gd name="connsiteX228" fmla="*/ 11348344 w 12192000"/>
              <a:gd name="connsiteY228" fmla="*/ 2752346 h 2785707"/>
              <a:gd name="connsiteX229" fmla="*/ 11353373 w 12192000"/>
              <a:gd name="connsiteY229" fmla="*/ 2754678 h 2785707"/>
              <a:gd name="connsiteX230" fmla="*/ 11367159 w 12192000"/>
              <a:gd name="connsiteY230" fmla="*/ 2741107 h 2785707"/>
              <a:gd name="connsiteX231" fmla="*/ 11389712 w 12192000"/>
              <a:gd name="connsiteY231" fmla="*/ 2740372 h 2785707"/>
              <a:gd name="connsiteX232" fmla="*/ 11395219 w 12192000"/>
              <a:gd name="connsiteY232" fmla="*/ 2733120 h 2785707"/>
              <a:gd name="connsiteX233" fmla="*/ 11409180 w 12192000"/>
              <a:gd name="connsiteY233" fmla="*/ 2739023 h 2785707"/>
              <a:gd name="connsiteX234" fmla="*/ 11431837 w 12192000"/>
              <a:gd name="connsiteY234" fmla="*/ 2746056 h 2785707"/>
              <a:gd name="connsiteX235" fmla="*/ 11444471 w 12192000"/>
              <a:gd name="connsiteY235" fmla="*/ 2749621 h 2785707"/>
              <a:gd name="connsiteX236" fmla="*/ 11451208 w 12192000"/>
              <a:gd name="connsiteY236" fmla="*/ 2744859 h 2785707"/>
              <a:gd name="connsiteX237" fmla="*/ 11473061 w 12192000"/>
              <a:gd name="connsiteY237" fmla="*/ 2757601 h 2785707"/>
              <a:gd name="connsiteX238" fmla="*/ 11526925 w 12192000"/>
              <a:gd name="connsiteY238" fmla="*/ 2772124 h 2785707"/>
              <a:gd name="connsiteX239" fmla="*/ 11584409 w 12192000"/>
              <a:gd name="connsiteY239" fmla="*/ 2785707 h 2785707"/>
              <a:gd name="connsiteX240" fmla="*/ 11705161 w 12192000"/>
              <a:gd name="connsiteY240" fmla="*/ 2774143 h 2785707"/>
              <a:gd name="connsiteX241" fmla="*/ 11831541 w 12192000"/>
              <a:gd name="connsiteY241" fmla="*/ 2745647 h 2785707"/>
              <a:gd name="connsiteX242" fmla="*/ 12017942 w 12192000"/>
              <a:gd name="connsiteY242" fmla="*/ 2704117 h 2785707"/>
              <a:gd name="connsiteX243" fmla="*/ 12134490 w 12192000"/>
              <a:gd name="connsiteY243" fmla="*/ 2673464 h 2785707"/>
              <a:gd name="connsiteX244" fmla="*/ 12159651 w 12192000"/>
              <a:gd name="connsiteY244" fmla="*/ 2679085 h 2785707"/>
              <a:gd name="connsiteX245" fmla="*/ 12192000 w 12192000"/>
              <a:gd name="connsiteY245" fmla="*/ 2674480 h 278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2192000" h="2785707">
                <a:moveTo>
                  <a:pt x="12192000" y="0"/>
                </a:moveTo>
                <a:lnTo>
                  <a:pt x="0" y="0"/>
                </a:lnTo>
                <a:lnTo>
                  <a:pt x="0" y="591237"/>
                </a:lnTo>
                <a:lnTo>
                  <a:pt x="7462" y="596097"/>
                </a:lnTo>
                <a:cubicBezTo>
                  <a:pt x="33908" y="613349"/>
                  <a:pt x="59850" y="629066"/>
                  <a:pt x="65949" y="623063"/>
                </a:cubicBezTo>
                <a:cubicBezTo>
                  <a:pt x="104511" y="621541"/>
                  <a:pt x="147418" y="628042"/>
                  <a:pt x="174040" y="614935"/>
                </a:cubicBezTo>
                <a:cubicBezTo>
                  <a:pt x="181060" y="595502"/>
                  <a:pt x="307304" y="613591"/>
                  <a:pt x="331354" y="605310"/>
                </a:cubicBezTo>
                <a:cubicBezTo>
                  <a:pt x="388829" y="623899"/>
                  <a:pt x="404420" y="655488"/>
                  <a:pt x="437701" y="649169"/>
                </a:cubicBezTo>
                <a:cubicBezTo>
                  <a:pt x="460360" y="643797"/>
                  <a:pt x="544430" y="662096"/>
                  <a:pt x="570985" y="634864"/>
                </a:cubicBezTo>
                <a:cubicBezTo>
                  <a:pt x="611720" y="655852"/>
                  <a:pt x="628268" y="628594"/>
                  <a:pt x="660488" y="637694"/>
                </a:cubicBezTo>
                <a:cubicBezTo>
                  <a:pt x="731929" y="640906"/>
                  <a:pt x="769884" y="669504"/>
                  <a:pt x="862240" y="647402"/>
                </a:cubicBezTo>
                <a:cubicBezTo>
                  <a:pt x="904065" y="656940"/>
                  <a:pt x="965938" y="616724"/>
                  <a:pt x="1055198" y="658414"/>
                </a:cubicBezTo>
                <a:cubicBezTo>
                  <a:pt x="1106774" y="665872"/>
                  <a:pt x="1080744" y="646485"/>
                  <a:pt x="1161490" y="664553"/>
                </a:cubicBezTo>
                <a:cubicBezTo>
                  <a:pt x="1184673" y="638081"/>
                  <a:pt x="1309702" y="681966"/>
                  <a:pt x="1335488" y="684838"/>
                </a:cubicBezTo>
                <a:cubicBezTo>
                  <a:pt x="1355801" y="667828"/>
                  <a:pt x="1366194" y="681653"/>
                  <a:pt x="1384901" y="684207"/>
                </a:cubicBezTo>
                <a:cubicBezTo>
                  <a:pt x="1393212" y="673848"/>
                  <a:pt x="1409014" y="673874"/>
                  <a:pt x="1414557" y="685540"/>
                </a:cubicBezTo>
                <a:cubicBezTo>
                  <a:pt x="1407315" y="713070"/>
                  <a:pt x="1474731" y="690092"/>
                  <a:pt x="1479073" y="708783"/>
                </a:cubicBezTo>
                <a:cubicBezTo>
                  <a:pt x="1540070" y="714517"/>
                  <a:pt x="1678447" y="697746"/>
                  <a:pt x="1760498" y="700683"/>
                </a:cubicBezTo>
                <a:cubicBezTo>
                  <a:pt x="1792632" y="694031"/>
                  <a:pt x="1855180" y="727000"/>
                  <a:pt x="1971386" y="726403"/>
                </a:cubicBezTo>
                <a:cubicBezTo>
                  <a:pt x="1986964" y="720596"/>
                  <a:pt x="2046286" y="708514"/>
                  <a:pt x="2050659" y="720928"/>
                </a:cubicBezTo>
                <a:cubicBezTo>
                  <a:pt x="2086682" y="721863"/>
                  <a:pt x="2195049" y="765696"/>
                  <a:pt x="2220475" y="749487"/>
                </a:cubicBezTo>
                <a:cubicBezTo>
                  <a:pt x="2215241" y="776310"/>
                  <a:pt x="2266142" y="751623"/>
                  <a:pt x="2272406" y="777021"/>
                </a:cubicBezTo>
                <a:lnTo>
                  <a:pt x="2297410" y="791240"/>
                </a:lnTo>
                <a:cubicBezTo>
                  <a:pt x="2314908" y="801492"/>
                  <a:pt x="2362075" y="829113"/>
                  <a:pt x="2377393" y="838529"/>
                </a:cubicBezTo>
                <a:lnTo>
                  <a:pt x="2389325" y="847736"/>
                </a:lnTo>
                <a:lnTo>
                  <a:pt x="2418508" y="847030"/>
                </a:lnTo>
                <a:lnTo>
                  <a:pt x="2435377" y="837345"/>
                </a:lnTo>
                <a:lnTo>
                  <a:pt x="2439620" y="840860"/>
                </a:lnTo>
                <a:cubicBezTo>
                  <a:pt x="2444187" y="847628"/>
                  <a:pt x="2446502" y="851791"/>
                  <a:pt x="2451797" y="846508"/>
                </a:cubicBezTo>
                <a:lnTo>
                  <a:pt x="2505861" y="882666"/>
                </a:lnTo>
                <a:cubicBezTo>
                  <a:pt x="2511636" y="885661"/>
                  <a:pt x="2518894" y="886415"/>
                  <a:pt x="2528621" y="883310"/>
                </a:cubicBezTo>
                <a:cubicBezTo>
                  <a:pt x="2546958" y="888460"/>
                  <a:pt x="2598467" y="907723"/>
                  <a:pt x="2615876" y="913568"/>
                </a:cubicBezTo>
                <a:lnTo>
                  <a:pt x="2633076" y="918384"/>
                </a:lnTo>
                <a:cubicBezTo>
                  <a:pt x="2641280" y="922241"/>
                  <a:pt x="2658085" y="933369"/>
                  <a:pt x="2665101" y="936714"/>
                </a:cubicBezTo>
                <a:cubicBezTo>
                  <a:pt x="2670825" y="938682"/>
                  <a:pt x="2668027" y="935380"/>
                  <a:pt x="2675173" y="938458"/>
                </a:cubicBezTo>
                <a:cubicBezTo>
                  <a:pt x="2675225" y="944597"/>
                  <a:pt x="2677804" y="950555"/>
                  <a:pt x="2707978" y="955182"/>
                </a:cubicBezTo>
                <a:cubicBezTo>
                  <a:pt x="2726571" y="970114"/>
                  <a:pt x="2750921" y="982615"/>
                  <a:pt x="2778669" y="991480"/>
                </a:cubicBezTo>
                <a:cubicBezTo>
                  <a:pt x="2784596" y="986681"/>
                  <a:pt x="2791940" y="997468"/>
                  <a:pt x="2796452" y="1000372"/>
                </a:cubicBezTo>
                <a:cubicBezTo>
                  <a:pt x="2798282" y="996724"/>
                  <a:pt x="2810819" y="997911"/>
                  <a:pt x="2813495" y="1001982"/>
                </a:cubicBezTo>
                <a:cubicBezTo>
                  <a:pt x="2894291" y="1036995"/>
                  <a:pt x="2861846" y="990458"/>
                  <a:pt x="2904193" y="1024123"/>
                </a:cubicBezTo>
                <a:cubicBezTo>
                  <a:pt x="2912426" y="1027395"/>
                  <a:pt x="2919877" y="1027211"/>
                  <a:pt x="2926826" y="1025558"/>
                </a:cubicBezTo>
                <a:lnTo>
                  <a:pt x="2937629" y="1021496"/>
                </a:lnTo>
                <a:lnTo>
                  <a:pt x="2970190" y="1039341"/>
                </a:lnTo>
                <a:cubicBezTo>
                  <a:pt x="2986667" y="1046544"/>
                  <a:pt x="3004419" y="1052632"/>
                  <a:pt x="3023036" y="1057429"/>
                </a:cubicBezTo>
                <a:cubicBezTo>
                  <a:pt x="3029427" y="1050485"/>
                  <a:pt x="3041250" y="1064362"/>
                  <a:pt x="3047640" y="1067886"/>
                </a:cubicBezTo>
                <a:cubicBezTo>
                  <a:pt x="3049113" y="1062834"/>
                  <a:pt x="3065273" y="1063377"/>
                  <a:pt x="3069615" y="1068623"/>
                </a:cubicBezTo>
                <a:cubicBezTo>
                  <a:pt x="3180167" y="1108914"/>
                  <a:pt x="3128204" y="1049097"/>
                  <a:pt x="3189718" y="1090790"/>
                </a:cubicBezTo>
                <a:lnTo>
                  <a:pt x="3234683" y="1082861"/>
                </a:lnTo>
                <a:lnTo>
                  <a:pt x="3243889" y="1088560"/>
                </a:lnTo>
                <a:cubicBezTo>
                  <a:pt x="3282443" y="1096267"/>
                  <a:pt x="3296793" y="1087718"/>
                  <a:pt x="3316289" y="1102846"/>
                </a:cubicBezTo>
                <a:cubicBezTo>
                  <a:pt x="3355705" y="1086745"/>
                  <a:pt x="3338941" y="1104834"/>
                  <a:pt x="3363255" y="1113121"/>
                </a:cubicBezTo>
                <a:cubicBezTo>
                  <a:pt x="3385590" y="1119421"/>
                  <a:pt x="3427034" y="1134146"/>
                  <a:pt x="3450298" y="1140641"/>
                </a:cubicBezTo>
                <a:cubicBezTo>
                  <a:pt x="3464287" y="1161185"/>
                  <a:pt x="3479428" y="1142090"/>
                  <a:pt x="3502843" y="1152088"/>
                </a:cubicBezTo>
                <a:cubicBezTo>
                  <a:pt x="3512778" y="1160751"/>
                  <a:pt x="3520916" y="1163472"/>
                  <a:pt x="3534327" y="1158780"/>
                </a:cubicBezTo>
                <a:cubicBezTo>
                  <a:pt x="3579631" y="1200367"/>
                  <a:pt x="3566563" y="1166440"/>
                  <a:pt x="3613707" y="1188135"/>
                </a:cubicBezTo>
                <a:cubicBezTo>
                  <a:pt x="3653700" y="1209113"/>
                  <a:pt x="3700718" y="1226767"/>
                  <a:pt x="3734447" y="1264997"/>
                </a:cubicBezTo>
                <a:cubicBezTo>
                  <a:pt x="3739812" y="1275024"/>
                  <a:pt x="3757867" y="1281897"/>
                  <a:pt x="3774777" y="1280345"/>
                </a:cubicBezTo>
                <a:cubicBezTo>
                  <a:pt x="3777687" y="1280079"/>
                  <a:pt x="3780452" y="1279566"/>
                  <a:pt x="3782987" y="1278825"/>
                </a:cubicBezTo>
                <a:cubicBezTo>
                  <a:pt x="3802089" y="1304950"/>
                  <a:pt x="3822370" y="1298085"/>
                  <a:pt x="3829525" y="1314650"/>
                </a:cubicBezTo>
                <a:cubicBezTo>
                  <a:pt x="3870043" y="1329235"/>
                  <a:pt x="3909546" y="1322767"/>
                  <a:pt x="3916534" y="1337438"/>
                </a:cubicBezTo>
                <a:cubicBezTo>
                  <a:pt x="3938646" y="1341249"/>
                  <a:pt x="3973911" y="1333246"/>
                  <a:pt x="3985243" y="1349887"/>
                </a:cubicBezTo>
                <a:cubicBezTo>
                  <a:pt x="3991624" y="1339551"/>
                  <a:pt x="4007098" y="1363379"/>
                  <a:pt x="4022446" y="1358915"/>
                </a:cubicBezTo>
                <a:cubicBezTo>
                  <a:pt x="4033756" y="1354584"/>
                  <a:pt x="4041089" y="1360802"/>
                  <a:pt x="4050987" y="1363213"/>
                </a:cubicBezTo>
                <a:cubicBezTo>
                  <a:pt x="4065543" y="1360896"/>
                  <a:pt x="4106233" y="1377936"/>
                  <a:pt x="4115739" y="1386380"/>
                </a:cubicBezTo>
                <a:cubicBezTo>
                  <a:pt x="4136569" y="1413385"/>
                  <a:pt x="4202076" y="1408872"/>
                  <a:pt x="4219773" y="1429896"/>
                </a:cubicBezTo>
                <a:cubicBezTo>
                  <a:pt x="4227193" y="1433905"/>
                  <a:pt x="4234841" y="1436419"/>
                  <a:pt x="4242592" y="1437995"/>
                </a:cubicBezTo>
                <a:lnTo>
                  <a:pt x="4264860" y="1440328"/>
                </a:lnTo>
                <a:lnTo>
                  <a:pt x="4272342" y="1436836"/>
                </a:lnTo>
                <a:lnTo>
                  <a:pt x="4285317" y="1440547"/>
                </a:lnTo>
                <a:lnTo>
                  <a:pt x="4289326" y="1440567"/>
                </a:lnTo>
                <a:lnTo>
                  <a:pt x="4311745" y="1441649"/>
                </a:lnTo>
                <a:cubicBezTo>
                  <a:pt x="4295920" y="1463324"/>
                  <a:pt x="4370745" y="1452790"/>
                  <a:pt x="4345821" y="1467990"/>
                </a:cubicBezTo>
                <a:cubicBezTo>
                  <a:pt x="4382864" y="1476647"/>
                  <a:pt x="4349421" y="1488843"/>
                  <a:pt x="4399086" y="1480631"/>
                </a:cubicBezTo>
                <a:cubicBezTo>
                  <a:pt x="4451935" y="1510979"/>
                  <a:pt x="4598080" y="1494621"/>
                  <a:pt x="4635587" y="1532477"/>
                </a:cubicBezTo>
                <a:cubicBezTo>
                  <a:pt x="4632999" y="1520275"/>
                  <a:pt x="4681854" y="1589802"/>
                  <a:pt x="4697305" y="1598576"/>
                </a:cubicBezTo>
                <a:cubicBezTo>
                  <a:pt x="4733556" y="1613805"/>
                  <a:pt x="4746756" y="1626181"/>
                  <a:pt x="4800559" y="1650651"/>
                </a:cubicBezTo>
                <a:cubicBezTo>
                  <a:pt x="4853578" y="1666654"/>
                  <a:pt x="4885909" y="1696908"/>
                  <a:pt x="4945615" y="1698753"/>
                </a:cubicBezTo>
                <a:cubicBezTo>
                  <a:pt x="4946370" y="1702791"/>
                  <a:pt x="4948427" y="1706445"/>
                  <a:pt x="4951384" y="1709811"/>
                </a:cubicBezTo>
                <a:lnTo>
                  <a:pt x="4961956" y="1718626"/>
                </a:lnTo>
                <a:lnTo>
                  <a:pt x="4964473" y="1718615"/>
                </a:lnTo>
                <a:lnTo>
                  <a:pt x="4991598" y="1734829"/>
                </a:lnTo>
                <a:lnTo>
                  <a:pt x="5009548" y="1747489"/>
                </a:lnTo>
                <a:lnTo>
                  <a:pt x="5014839" y="1748130"/>
                </a:lnTo>
                <a:cubicBezTo>
                  <a:pt x="5023037" y="1751045"/>
                  <a:pt x="5047794" y="1761529"/>
                  <a:pt x="5058738" y="1764982"/>
                </a:cubicBezTo>
                <a:cubicBezTo>
                  <a:pt x="5064791" y="1749903"/>
                  <a:pt x="5066861" y="1761618"/>
                  <a:pt x="5080507" y="1768847"/>
                </a:cubicBezTo>
                <a:cubicBezTo>
                  <a:pt x="5092955" y="1747037"/>
                  <a:pt x="5123611" y="1774828"/>
                  <a:pt x="5142055" y="1767607"/>
                </a:cubicBezTo>
                <a:cubicBezTo>
                  <a:pt x="5151799" y="1773410"/>
                  <a:pt x="5162333" y="1779148"/>
                  <a:pt x="5173522" y="1784620"/>
                </a:cubicBezTo>
                <a:lnTo>
                  <a:pt x="5180367" y="1787604"/>
                </a:lnTo>
                <a:lnTo>
                  <a:pt x="5180716" y="1787481"/>
                </a:lnTo>
                <a:cubicBezTo>
                  <a:pt x="5182658" y="1787744"/>
                  <a:pt x="5185081" y="1788580"/>
                  <a:pt x="5188363" y="1790269"/>
                </a:cubicBezTo>
                <a:lnTo>
                  <a:pt x="5192852" y="1793043"/>
                </a:lnTo>
                <a:lnTo>
                  <a:pt x="5272230" y="1791348"/>
                </a:lnTo>
                <a:cubicBezTo>
                  <a:pt x="5312404" y="1798683"/>
                  <a:pt x="5342704" y="1787354"/>
                  <a:pt x="5376484" y="1805756"/>
                </a:cubicBezTo>
                <a:cubicBezTo>
                  <a:pt x="5414117" y="1812554"/>
                  <a:pt x="5448503" y="1811916"/>
                  <a:pt x="5478926" y="1822858"/>
                </a:cubicBezTo>
                <a:cubicBezTo>
                  <a:pt x="5493297" y="1819986"/>
                  <a:pt x="5506053" y="1820161"/>
                  <a:pt x="5515632" y="1830425"/>
                </a:cubicBezTo>
                <a:cubicBezTo>
                  <a:pt x="5551385" y="1834476"/>
                  <a:pt x="5563012" y="1824675"/>
                  <a:pt x="5582742" y="1837848"/>
                </a:cubicBezTo>
                <a:lnTo>
                  <a:pt x="5615731" y="1838115"/>
                </a:lnTo>
                <a:lnTo>
                  <a:pt x="5619149" y="1835988"/>
                </a:lnTo>
                <a:lnTo>
                  <a:pt x="5625050" y="1835832"/>
                </a:lnTo>
                <a:lnTo>
                  <a:pt x="5640026" y="1839536"/>
                </a:lnTo>
                <a:lnTo>
                  <a:pt x="5645469" y="1841610"/>
                </a:lnTo>
                <a:cubicBezTo>
                  <a:pt x="5649292" y="1842786"/>
                  <a:pt x="5651918" y="1843241"/>
                  <a:pt x="5653837" y="1843194"/>
                </a:cubicBezTo>
                <a:lnTo>
                  <a:pt x="5654101" y="1843017"/>
                </a:lnTo>
                <a:lnTo>
                  <a:pt x="5661820" y="1844927"/>
                </a:lnTo>
                <a:cubicBezTo>
                  <a:pt x="5674709" y="1848645"/>
                  <a:pt x="5687118" y="1852732"/>
                  <a:pt x="5698828" y="1857009"/>
                </a:cubicBezTo>
                <a:cubicBezTo>
                  <a:pt x="5712521" y="1846861"/>
                  <a:pt x="5753797" y="1869873"/>
                  <a:pt x="5755153" y="1846051"/>
                </a:cubicBezTo>
                <a:cubicBezTo>
                  <a:pt x="5771136" y="1851140"/>
                  <a:pt x="5778501" y="1862553"/>
                  <a:pt x="5777080" y="1846484"/>
                </a:cubicBezTo>
                <a:lnTo>
                  <a:pt x="5790062" y="1844754"/>
                </a:lnTo>
                <a:lnTo>
                  <a:pt x="5888138" y="1877663"/>
                </a:lnTo>
                <a:lnTo>
                  <a:pt x="5902013" y="1884827"/>
                </a:lnTo>
                <a:cubicBezTo>
                  <a:pt x="5906316" y="1887734"/>
                  <a:pt x="5909915" y="1891071"/>
                  <a:pt x="5912492" y="1894998"/>
                </a:cubicBezTo>
                <a:cubicBezTo>
                  <a:pt x="5968551" y="1887421"/>
                  <a:pt x="6012526" y="1912636"/>
                  <a:pt x="6068995" y="1920302"/>
                </a:cubicBezTo>
                <a:cubicBezTo>
                  <a:pt x="6130128" y="1936331"/>
                  <a:pt x="6262213" y="1980287"/>
                  <a:pt x="6283598" y="1991295"/>
                </a:cubicBezTo>
                <a:cubicBezTo>
                  <a:pt x="6301966" y="1997651"/>
                  <a:pt x="6386462" y="2003382"/>
                  <a:pt x="6378390" y="1991561"/>
                </a:cubicBezTo>
                <a:cubicBezTo>
                  <a:pt x="6430691" y="2023578"/>
                  <a:pt x="6456320" y="2005237"/>
                  <a:pt x="6519309" y="2027309"/>
                </a:cubicBezTo>
                <a:lnTo>
                  <a:pt x="6643152" y="2049516"/>
                </a:lnTo>
                <a:lnTo>
                  <a:pt x="6656875" y="2051188"/>
                </a:lnTo>
                <a:lnTo>
                  <a:pt x="6662165" y="2046505"/>
                </a:lnTo>
                <a:lnTo>
                  <a:pt x="6708706" y="2049842"/>
                </a:lnTo>
                <a:cubicBezTo>
                  <a:pt x="6728320" y="2063550"/>
                  <a:pt x="6766107" y="2058616"/>
                  <a:pt x="6797201" y="2065320"/>
                </a:cubicBezTo>
                <a:lnTo>
                  <a:pt x="6810764" y="2071002"/>
                </a:lnTo>
                <a:lnTo>
                  <a:pt x="6901101" y="2082052"/>
                </a:lnTo>
                <a:lnTo>
                  <a:pt x="6962781" y="2092999"/>
                </a:lnTo>
                <a:lnTo>
                  <a:pt x="6975881" y="2098520"/>
                </a:lnTo>
                <a:lnTo>
                  <a:pt x="6991402" y="2094572"/>
                </a:lnTo>
                <a:cubicBezTo>
                  <a:pt x="6993328" y="2093335"/>
                  <a:pt x="6994904" y="2091926"/>
                  <a:pt x="6996085" y="2090397"/>
                </a:cubicBezTo>
                <a:lnTo>
                  <a:pt x="7045119" y="2100367"/>
                </a:lnTo>
                <a:lnTo>
                  <a:pt x="7051064" y="2100779"/>
                </a:lnTo>
                <a:lnTo>
                  <a:pt x="7092123" y="2100750"/>
                </a:lnTo>
                <a:lnTo>
                  <a:pt x="7153291" y="2096258"/>
                </a:lnTo>
                <a:cubicBezTo>
                  <a:pt x="7173585" y="2092006"/>
                  <a:pt x="7192251" y="2072757"/>
                  <a:pt x="7216946" y="2083586"/>
                </a:cubicBezTo>
                <a:cubicBezTo>
                  <a:pt x="7211675" y="2072232"/>
                  <a:pt x="7246465" y="2087999"/>
                  <a:pt x="7253640" y="2078754"/>
                </a:cubicBezTo>
                <a:cubicBezTo>
                  <a:pt x="7257908" y="2071016"/>
                  <a:pt x="7269456" y="2073996"/>
                  <a:pt x="7279228" y="2072719"/>
                </a:cubicBezTo>
                <a:cubicBezTo>
                  <a:pt x="7287893" y="2065644"/>
                  <a:pt x="7334999" y="2066706"/>
                  <a:pt x="7350342" y="2070909"/>
                </a:cubicBezTo>
                <a:cubicBezTo>
                  <a:pt x="7392243" y="2087644"/>
                  <a:pt x="7436988" y="2061053"/>
                  <a:pt x="7470724" y="2073574"/>
                </a:cubicBezTo>
                <a:cubicBezTo>
                  <a:pt x="7498116" y="2072967"/>
                  <a:pt x="7506999" y="2069264"/>
                  <a:pt x="7514696" y="2067266"/>
                </a:cubicBezTo>
                <a:lnTo>
                  <a:pt x="7516909" y="2061590"/>
                </a:lnTo>
                <a:lnTo>
                  <a:pt x="7530255" y="2060403"/>
                </a:lnTo>
                <a:lnTo>
                  <a:pt x="7533279" y="2059039"/>
                </a:lnTo>
                <a:cubicBezTo>
                  <a:pt x="7539042" y="2056412"/>
                  <a:pt x="7544852" y="2053978"/>
                  <a:pt x="7551151" y="2052267"/>
                </a:cubicBezTo>
                <a:cubicBezTo>
                  <a:pt x="7560368" y="2076923"/>
                  <a:pt x="7606247" y="2041786"/>
                  <a:pt x="7602338" y="2063846"/>
                </a:cubicBezTo>
                <a:lnTo>
                  <a:pt x="7625892" y="2064714"/>
                </a:lnTo>
                <a:lnTo>
                  <a:pt x="7648322" y="2072757"/>
                </a:lnTo>
                <a:lnTo>
                  <a:pt x="7660138" y="2081487"/>
                </a:lnTo>
                <a:lnTo>
                  <a:pt x="7701887" y="2097255"/>
                </a:lnTo>
                <a:lnTo>
                  <a:pt x="7701887" y="2081564"/>
                </a:lnTo>
                <a:lnTo>
                  <a:pt x="7781603" y="2105597"/>
                </a:lnTo>
                <a:lnTo>
                  <a:pt x="7840532" y="2126887"/>
                </a:lnTo>
                <a:lnTo>
                  <a:pt x="7852490" y="2134555"/>
                </a:lnTo>
                <a:lnTo>
                  <a:pt x="7868492" y="2133321"/>
                </a:lnTo>
                <a:cubicBezTo>
                  <a:pt x="7870608" y="2132431"/>
                  <a:pt x="7872409" y="2131316"/>
                  <a:pt x="7873842" y="2130014"/>
                </a:cubicBezTo>
                <a:lnTo>
                  <a:pt x="7920468" y="2148187"/>
                </a:lnTo>
                <a:lnTo>
                  <a:pt x="7926263" y="2149606"/>
                </a:lnTo>
                <a:lnTo>
                  <a:pt x="7966770" y="2156585"/>
                </a:lnTo>
                <a:lnTo>
                  <a:pt x="8092911" y="2161008"/>
                </a:lnTo>
                <a:cubicBezTo>
                  <a:pt x="8089698" y="2148943"/>
                  <a:pt x="8121258" y="2170386"/>
                  <a:pt x="8129956" y="2162518"/>
                </a:cubicBezTo>
                <a:cubicBezTo>
                  <a:pt x="8135520" y="2155638"/>
                  <a:pt x="8146390" y="2160539"/>
                  <a:pt x="8156253" y="2160951"/>
                </a:cubicBezTo>
                <a:cubicBezTo>
                  <a:pt x="8166039" y="2155473"/>
                  <a:pt x="8212323" y="2164555"/>
                  <a:pt x="8226723" y="2171307"/>
                </a:cubicBezTo>
                <a:cubicBezTo>
                  <a:pt x="8265129" y="2194914"/>
                  <a:pt x="8313924" y="2176403"/>
                  <a:pt x="8345013" y="2194472"/>
                </a:cubicBezTo>
                <a:cubicBezTo>
                  <a:pt x="8372141" y="2198551"/>
                  <a:pt x="8381553" y="2196425"/>
                  <a:pt x="8389494" y="2195774"/>
                </a:cubicBezTo>
                <a:lnTo>
                  <a:pt x="8392672" y="2190570"/>
                </a:lnTo>
                <a:lnTo>
                  <a:pt x="8406045" y="2191681"/>
                </a:lnTo>
                <a:lnTo>
                  <a:pt x="8409264" y="2190855"/>
                </a:lnTo>
                <a:cubicBezTo>
                  <a:pt x="8415411" y="2189254"/>
                  <a:pt x="8421567" y="2187852"/>
                  <a:pt x="8428080" y="2187244"/>
                </a:cubicBezTo>
                <a:cubicBezTo>
                  <a:pt x="8432860" y="2213065"/>
                  <a:pt x="8484266" y="2186341"/>
                  <a:pt x="8476550" y="2207369"/>
                </a:cubicBezTo>
                <a:cubicBezTo>
                  <a:pt x="8513167" y="2208526"/>
                  <a:pt x="8555619" y="2244400"/>
                  <a:pt x="8588757" y="2225395"/>
                </a:cubicBezTo>
                <a:cubicBezTo>
                  <a:pt x="8642872" y="2232730"/>
                  <a:pt x="8692026" y="2235404"/>
                  <a:pt x="8749518" y="2245011"/>
                </a:cubicBezTo>
                <a:cubicBezTo>
                  <a:pt x="8793577" y="2260750"/>
                  <a:pt x="8842828" y="2247803"/>
                  <a:pt x="8874315" y="2266877"/>
                </a:cubicBezTo>
                <a:cubicBezTo>
                  <a:pt x="8926109" y="2267125"/>
                  <a:pt x="8990017" y="2281364"/>
                  <a:pt x="9029190" y="2309251"/>
                </a:cubicBezTo>
                <a:cubicBezTo>
                  <a:pt x="9084505" y="2314654"/>
                  <a:pt x="9093058" y="2330757"/>
                  <a:pt x="9142331" y="2320064"/>
                </a:cubicBezTo>
                <a:cubicBezTo>
                  <a:pt x="9146183" y="2324091"/>
                  <a:pt x="9150768" y="2327448"/>
                  <a:pt x="9155844" y="2330314"/>
                </a:cubicBezTo>
                <a:lnTo>
                  <a:pt x="9171403" y="2337223"/>
                </a:lnTo>
                <a:lnTo>
                  <a:pt x="9173407" y="2336681"/>
                </a:lnTo>
                <a:lnTo>
                  <a:pt x="9208166" y="2347769"/>
                </a:lnTo>
                <a:lnTo>
                  <a:pt x="9274752" y="2367321"/>
                </a:lnTo>
                <a:lnTo>
                  <a:pt x="9275339" y="2366424"/>
                </a:lnTo>
                <a:cubicBezTo>
                  <a:pt x="9277508" y="2364656"/>
                  <a:pt x="9280711" y="2363810"/>
                  <a:pt x="9286171" y="2364868"/>
                </a:cubicBezTo>
                <a:cubicBezTo>
                  <a:pt x="9278880" y="2347951"/>
                  <a:pt x="9289961" y="2359662"/>
                  <a:pt x="9306706" y="2364279"/>
                </a:cubicBezTo>
                <a:cubicBezTo>
                  <a:pt x="9299116" y="2339032"/>
                  <a:pt x="9346014" y="2361383"/>
                  <a:pt x="9354964" y="2350000"/>
                </a:cubicBezTo>
                <a:cubicBezTo>
                  <a:pt x="9367435" y="2353960"/>
                  <a:pt x="9380485" y="2357688"/>
                  <a:pt x="9393840" y="2360999"/>
                </a:cubicBezTo>
                <a:lnTo>
                  <a:pt x="9401723" y="2362648"/>
                </a:lnTo>
                <a:cubicBezTo>
                  <a:pt x="9401784" y="2362582"/>
                  <a:pt x="9401843" y="2362515"/>
                  <a:pt x="9401904" y="2362449"/>
                </a:cubicBezTo>
                <a:cubicBezTo>
                  <a:pt x="9403668" y="2362309"/>
                  <a:pt x="9406280" y="2362664"/>
                  <a:pt x="9410265" y="2363724"/>
                </a:cubicBezTo>
                <a:lnTo>
                  <a:pt x="9431384" y="2368857"/>
                </a:lnTo>
                <a:lnTo>
                  <a:pt x="9436806" y="2368409"/>
                </a:lnTo>
                <a:lnTo>
                  <a:pt x="9469943" y="2364702"/>
                </a:lnTo>
                <a:cubicBezTo>
                  <a:pt x="9492075" y="2366299"/>
                  <a:pt x="9538048" y="2371570"/>
                  <a:pt x="9571973" y="2375579"/>
                </a:cubicBezTo>
                <a:cubicBezTo>
                  <a:pt x="9604304" y="2385689"/>
                  <a:pt x="9636016" y="2383371"/>
                  <a:pt x="9673508" y="2388756"/>
                </a:cubicBezTo>
                <a:cubicBezTo>
                  <a:pt x="9711732" y="2406591"/>
                  <a:pt x="9735674" y="2393166"/>
                  <a:pt x="9775728" y="2398997"/>
                </a:cubicBezTo>
                <a:cubicBezTo>
                  <a:pt x="9806799" y="2422784"/>
                  <a:pt x="9806899" y="2389955"/>
                  <a:pt x="9828502" y="2387377"/>
                </a:cubicBezTo>
                <a:lnTo>
                  <a:pt x="9834358" y="2387922"/>
                </a:lnTo>
                <a:lnTo>
                  <a:pt x="9848851" y="2393407"/>
                </a:lnTo>
                <a:lnTo>
                  <a:pt x="9854053" y="2396127"/>
                </a:lnTo>
                <a:cubicBezTo>
                  <a:pt x="9857729" y="2397755"/>
                  <a:pt x="9860291" y="2398523"/>
                  <a:pt x="9862192" y="2398707"/>
                </a:cubicBezTo>
                <a:lnTo>
                  <a:pt x="9862471" y="2398561"/>
                </a:lnTo>
                <a:lnTo>
                  <a:pt x="9905498" y="2417867"/>
                </a:lnTo>
                <a:cubicBezTo>
                  <a:pt x="9919952" y="2409351"/>
                  <a:pt x="9958757" y="2437263"/>
                  <a:pt x="9962223" y="2413612"/>
                </a:cubicBezTo>
                <a:cubicBezTo>
                  <a:pt x="9977588" y="2420601"/>
                  <a:pt x="9983860" y="2432885"/>
                  <a:pt x="9983885" y="2416653"/>
                </a:cubicBezTo>
                <a:cubicBezTo>
                  <a:pt x="9989098" y="2418537"/>
                  <a:pt x="9992817" y="2418345"/>
                  <a:pt x="9995871" y="2417158"/>
                </a:cubicBezTo>
                <a:lnTo>
                  <a:pt x="10030934" y="2432369"/>
                </a:lnTo>
                <a:lnTo>
                  <a:pt x="10036087" y="2432793"/>
                </a:lnTo>
                <a:lnTo>
                  <a:pt x="10057471" y="2445317"/>
                </a:lnTo>
                <a:lnTo>
                  <a:pt x="10088697" y="2461159"/>
                </a:lnTo>
                <a:lnTo>
                  <a:pt x="10091030" y="2461029"/>
                </a:lnTo>
                <a:lnTo>
                  <a:pt x="10104127" y="2469841"/>
                </a:lnTo>
                <a:cubicBezTo>
                  <a:pt x="10108126" y="2473257"/>
                  <a:pt x="10166959" y="2488286"/>
                  <a:pt x="10169163" y="2492519"/>
                </a:cubicBezTo>
                <a:cubicBezTo>
                  <a:pt x="10225323" y="2491613"/>
                  <a:pt x="10211037" y="2510783"/>
                  <a:pt x="10266247" y="2525164"/>
                </a:cubicBezTo>
                <a:cubicBezTo>
                  <a:pt x="10304736" y="2528123"/>
                  <a:pt x="10324750" y="2536388"/>
                  <a:pt x="10383588" y="2556604"/>
                </a:cubicBezTo>
                <a:cubicBezTo>
                  <a:pt x="10422927" y="2570967"/>
                  <a:pt x="10449351" y="2596747"/>
                  <a:pt x="10502276" y="2611346"/>
                </a:cubicBezTo>
                <a:cubicBezTo>
                  <a:pt x="10551189" y="2649570"/>
                  <a:pt x="10642054" y="2656133"/>
                  <a:pt x="10702436" y="2685688"/>
                </a:cubicBezTo>
                <a:cubicBezTo>
                  <a:pt x="10734755" y="2677393"/>
                  <a:pt x="10727906" y="2683472"/>
                  <a:pt x="10738338" y="2690143"/>
                </a:cubicBezTo>
                <a:lnTo>
                  <a:pt x="10738410" y="2690169"/>
                </a:lnTo>
                <a:lnTo>
                  <a:pt x="10828361" y="2695982"/>
                </a:lnTo>
                <a:cubicBezTo>
                  <a:pt x="10834653" y="2692647"/>
                  <a:pt x="10841817" y="2690605"/>
                  <a:pt x="10850642" y="2691703"/>
                </a:cubicBezTo>
                <a:cubicBezTo>
                  <a:pt x="10900458" y="2713605"/>
                  <a:pt x="10856850" y="2676798"/>
                  <a:pt x="10944231" y="2690377"/>
                </a:cubicBezTo>
                <a:cubicBezTo>
                  <a:pt x="10947888" y="2693638"/>
                  <a:pt x="10960334" y="2691646"/>
                  <a:pt x="10961147" y="2687666"/>
                </a:cubicBezTo>
                <a:cubicBezTo>
                  <a:pt x="10966277" y="2689341"/>
                  <a:pt x="10976214" y="2697915"/>
                  <a:pt x="10980692" y="2691799"/>
                </a:cubicBezTo>
                <a:cubicBezTo>
                  <a:pt x="11009873" y="2693413"/>
                  <a:pt x="11036717" y="2699386"/>
                  <a:pt x="11058630" y="2709148"/>
                </a:cubicBezTo>
                <a:cubicBezTo>
                  <a:pt x="11089046" y="2706063"/>
                  <a:pt x="11093105" y="2711169"/>
                  <a:pt x="11094767" y="2717083"/>
                </a:cubicBezTo>
                <a:lnTo>
                  <a:pt x="11096358" y="2720774"/>
                </a:lnTo>
                <a:lnTo>
                  <a:pt x="11104973" y="2716245"/>
                </a:lnTo>
                <a:cubicBezTo>
                  <a:pt x="11114214" y="2713690"/>
                  <a:pt x="11122836" y="2715703"/>
                  <a:pt x="11131099" y="2719881"/>
                </a:cubicBezTo>
                <a:lnTo>
                  <a:pt x="11140776" y="2725926"/>
                </a:lnTo>
                <a:lnTo>
                  <a:pt x="11158686" y="2726270"/>
                </a:lnTo>
                <a:cubicBezTo>
                  <a:pt x="11180768" y="2726709"/>
                  <a:pt x="11251563" y="2726640"/>
                  <a:pt x="11273267" y="2728567"/>
                </a:cubicBezTo>
                <a:lnTo>
                  <a:pt x="11288916" y="2737828"/>
                </a:lnTo>
                <a:lnTo>
                  <a:pt x="11311388" y="2736624"/>
                </a:lnTo>
                <a:cubicBezTo>
                  <a:pt x="11321582" y="2738058"/>
                  <a:pt x="11329783" y="2742030"/>
                  <a:pt x="11335078" y="2749941"/>
                </a:cubicBezTo>
                <a:cubicBezTo>
                  <a:pt x="11338817" y="2743516"/>
                  <a:pt x="11342149" y="2746955"/>
                  <a:pt x="11348344" y="2752346"/>
                </a:cubicBezTo>
                <a:lnTo>
                  <a:pt x="11353373" y="2754678"/>
                </a:lnTo>
                <a:lnTo>
                  <a:pt x="11367159" y="2741107"/>
                </a:lnTo>
                <a:lnTo>
                  <a:pt x="11389712" y="2740372"/>
                </a:lnTo>
                <a:lnTo>
                  <a:pt x="11395219" y="2733120"/>
                </a:lnTo>
                <a:lnTo>
                  <a:pt x="11409180" y="2739023"/>
                </a:lnTo>
                <a:cubicBezTo>
                  <a:pt x="11414137" y="2740775"/>
                  <a:pt x="11422149" y="2743232"/>
                  <a:pt x="11431837" y="2746056"/>
                </a:cubicBezTo>
                <a:lnTo>
                  <a:pt x="11444471" y="2749621"/>
                </a:lnTo>
                <a:lnTo>
                  <a:pt x="11451208" y="2744859"/>
                </a:lnTo>
                <a:lnTo>
                  <a:pt x="11473061" y="2757601"/>
                </a:lnTo>
                <a:lnTo>
                  <a:pt x="11526925" y="2772124"/>
                </a:lnTo>
                <a:cubicBezTo>
                  <a:pt x="11539650" y="2795076"/>
                  <a:pt x="11582438" y="2758503"/>
                  <a:pt x="11584409" y="2785707"/>
                </a:cubicBezTo>
                <a:cubicBezTo>
                  <a:pt x="11604765" y="2763696"/>
                  <a:pt x="11670052" y="2782257"/>
                  <a:pt x="11705161" y="2774143"/>
                </a:cubicBezTo>
                <a:cubicBezTo>
                  <a:pt x="11712651" y="2785033"/>
                  <a:pt x="11817987" y="2755153"/>
                  <a:pt x="11831541" y="2745647"/>
                </a:cubicBezTo>
                <a:cubicBezTo>
                  <a:pt x="11943852" y="2715987"/>
                  <a:pt x="11988586" y="2718581"/>
                  <a:pt x="12017942" y="2704117"/>
                </a:cubicBezTo>
                <a:cubicBezTo>
                  <a:pt x="12044424" y="2697243"/>
                  <a:pt x="12068778" y="2677784"/>
                  <a:pt x="12134490" y="2673464"/>
                </a:cubicBezTo>
                <a:cubicBezTo>
                  <a:pt x="12140262" y="2677664"/>
                  <a:pt x="12149020" y="2679275"/>
                  <a:pt x="12159651" y="2679085"/>
                </a:cubicBezTo>
                <a:lnTo>
                  <a:pt x="12192000" y="26744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F558CF-4AE1-48FB-20B2-8B480E740E0B}"/>
              </a:ext>
            </a:extLst>
          </p:cNvPr>
          <p:cNvSpPr>
            <a:spLocks noGrp="1"/>
          </p:cNvSpPr>
          <p:nvPr>
            <p:ph type="title"/>
          </p:nvPr>
        </p:nvSpPr>
        <p:spPr>
          <a:xfrm>
            <a:off x="1050879" y="609601"/>
            <a:ext cx="9810604" cy="1216024"/>
          </a:xfrm>
        </p:spPr>
        <p:txBody>
          <a:bodyPr>
            <a:normAutofit/>
          </a:bodyPr>
          <a:lstStyle/>
          <a:p>
            <a:r>
              <a:rPr lang="en-US"/>
              <a:t>Introduction</a:t>
            </a:r>
          </a:p>
        </p:txBody>
      </p:sp>
      <p:sp>
        <p:nvSpPr>
          <p:cNvPr id="12" name="Freeform: Shape 11">
            <a:extLst>
              <a:ext uri="{FF2B5EF4-FFF2-40B4-BE49-F238E27FC236}">
                <a16:creationId xmlns:a16="http://schemas.microsoft.com/office/drawing/2014/main" id="{C87A8A8A-B020-4F46-8329-D75799D71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4144" y="6080078"/>
            <a:ext cx="9517857" cy="777922"/>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2E7B43-CDAA-6CCE-8A60-E2B4CB195019}"/>
              </a:ext>
            </a:extLst>
          </p:cNvPr>
          <p:cNvSpPr>
            <a:spLocks noGrp="1"/>
          </p:cNvSpPr>
          <p:nvPr>
            <p:ph idx="1"/>
          </p:nvPr>
        </p:nvSpPr>
        <p:spPr>
          <a:xfrm>
            <a:off x="1050878" y="2687005"/>
            <a:ext cx="9880979" cy="3567373"/>
          </a:xfrm>
        </p:spPr>
        <p:txBody>
          <a:bodyPr anchor="ctr">
            <a:normAutofit/>
          </a:bodyPr>
          <a:lstStyle/>
          <a:p>
            <a:pPr marL="0" indent="0">
              <a:buNone/>
            </a:pPr>
            <a:r>
              <a:rPr lang="en-US" dirty="0"/>
              <a:t>As mentioned in the earlier work, we have developed a mobile application/ mobile version for an existing website that is www.worldwirelesssolutions.com. To Commence with the previous version, the application was developed with the </a:t>
            </a:r>
            <a:r>
              <a:rPr lang="en-US" b="1" dirty="0"/>
              <a:t>basic and static layout </a:t>
            </a:r>
            <a:r>
              <a:rPr lang="en-US" dirty="0"/>
              <a:t>using containers and textboxes, and a single table used for data storage. However, the latest version not only has a </a:t>
            </a:r>
            <a:r>
              <a:rPr lang="en-US" b="1" dirty="0"/>
              <a:t>modern look </a:t>
            </a:r>
            <a:r>
              <a:rPr lang="en-US" dirty="0"/>
              <a:t>but also comes up with a </a:t>
            </a:r>
            <a:r>
              <a:rPr lang="en-US" b="1" dirty="0"/>
              <a:t>greater number </a:t>
            </a:r>
            <a:r>
              <a:rPr lang="en-US" dirty="0"/>
              <a:t>of screens to navigate which enhances the user’s experience by providing </a:t>
            </a:r>
            <a:r>
              <a:rPr lang="en-US" b="1" dirty="0"/>
              <a:t>more information</a:t>
            </a:r>
            <a:r>
              <a:rPr lang="en-US" dirty="0"/>
              <a:t>. Moreover, the latest version has got </a:t>
            </a:r>
            <a:r>
              <a:rPr lang="en-US" b="1" dirty="0"/>
              <a:t>more space </a:t>
            </a:r>
            <a:r>
              <a:rPr lang="en-US" dirty="0"/>
              <a:t>for data storage which reduces the risk of application crashing.</a:t>
            </a:r>
            <a:endParaRPr lang="en-IN" dirty="0"/>
          </a:p>
          <a:p>
            <a:pPr marL="0" indent="0">
              <a:buNone/>
            </a:pPr>
            <a:endParaRPr lang="en-US" dirty="0"/>
          </a:p>
        </p:txBody>
      </p:sp>
    </p:spTree>
    <p:extLst>
      <p:ext uri="{BB962C8B-B14F-4D97-AF65-F5344CB8AC3E}">
        <p14:creationId xmlns:p14="http://schemas.microsoft.com/office/powerpoint/2010/main" val="2641291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6C8586D2-469F-400A-AEA2-B4413CA53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9"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7883E25-6335-4DAF-A7CE-E4C57BBDA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8158" cy="4831308"/>
          </a:xfrm>
          <a:custGeom>
            <a:avLst/>
            <a:gdLst>
              <a:gd name="connsiteX0" fmla="*/ 0 w 12217206"/>
              <a:gd name="connsiteY0" fmla="*/ 0 h 4977304"/>
              <a:gd name="connsiteX1" fmla="*/ 12192000 w 12217206"/>
              <a:gd name="connsiteY1" fmla="*/ 0 h 4977304"/>
              <a:gd name="connsiteX2" fmla="*/ 12192000 w 12217206"/>
              <a:gd name="connsiteY2" fmla="*/ 2726958 h 4977304"/>
              <a:gd name="connsiteX3" fmla="*/ 12217206 w 12217206"/>
              <a:gd name="connsiteY3" fmla="*/ 2896463 h 4977304"/>
              <a:gd name="connsiteX4" fmla="*/ 12192000 w 12217206"/>
              <a:gd name="connsiteY4" fmla="*/ 2864054 h 4977304"/>
              <a:gd name="connsiteX5" fmla="*/ 12192000 w 12217206"/>
              <a:gd name="connsiteY5" fmla="*/ 3315068 h 4977304"/>
              <a:gd name="connsiteX6" fmla="*/ 12198158 w 12217206"/>
              <a:gd name="connsiteY6" fmla="*/ 3664565 h 4977304"/>
              <a:gd name="connsiteX7" fmla="*/ 12132764 w 12217206"/>
              <a:gd name="connsiteY7" fmla="*/ 3748492 h 4977304"/>
              <a:gd name="connsiteX8" fmla="*/ 12053056 w 12217206"/>
              <a:gd name="connsiteY8" fmla="*/ 3749753 h 4977304"/>
              <a:gd name="connsiteX9" fmla="*/ 11938513 w 12217206"/>
              <a:gd name="connsiteY9" fmla="*/ 3754367 h 4977304"/>
              <a:gd name="connsiteX10" fmla="*/ 11853342 w 12217206"/>
              <a:gd name="connsiteY10" fmla="*/ 3782688 h 4977304"/>
              <a:gd name="connsiteX11" fmla="*/ 11704569 w 12217206"/>
              <a:gd name="connsiteY11" fmla="*/ 3839336 h 4977304"/>
              <a:gd name="connsiteX12" fmla="*/ 11577641 w 12217206"/>
              <a:gd name="connsiteY12" fmla="*/ 3885996 h 4977304"/>
              <a:gd name="connsiteX13" fmla="*/ 11508791 w 12217206"/>
              <a:gd name="connsiteY13" fmla="*/ 3969283 h 4977304"/>
              <a:gd name="connsiteX14" fmla="*/ 11388373 w 12217206"/>
              <a:gd name="connsiteY14" fmla="*/ 4027440 h 4977304"/>
              <a:gd name="connsiteX15" fmla="*/ 11276406 w 12217206"/>
              <a:gd name="connsiteY15" fmla="*/ 4056099 h 4977304"/>
              <a:gd name="connsiteX16" fmla="*/ 11190251 w 12217206"/>
              <a:gd name="connsiteY16" fmla="*/ 4073272 h 4977304"/>
              <a:gd name="connsiteX17" fmla="*/ 11139995 w 12217206"/>
              <a:gd name="connsiteY17" fmla="*/ 4081811 h 4977304"/>
              <a:gd name="connsiteX18" fmla="*/ 11040727 w 12217206"/>
              <a:gd name="connsiteY18" fmla="*/ 4081109 h 4977304"/>
              <a:gd name="connsiteX19" fmla="*/ 10969005 w 12217206"/>
              <a:gd name="connsiteY19" fmla="*/ 4091154 h 4977304"/>
              <a:gd name="connsiteX20" fmla="*/ 10899772 w 12217206"/>
              <a:gd name="connsiteY20" fmla="*/ 4122857 h 4977304"/>
              <a:gd name="connsiteX21" fmla="*/ 10838983 w 12217206"/>
              <a:gd name="connsiteY21" fmla="*/ 4155791 h 4977304"/>
              <a:gd name="connsiteX22" fmla="*/ 10769520 w 12217206"/>
              <a:gd name="connsiteY22" fmla="*/ 4198574 h 4977304"/>
              <a:gd name="connsiteX23" fmla="*/ 10570843 w 12217206"/>
              <a:gd name="connsiteY23" fmla="*/ 4255424 h 4977304"/>
              <a:gd name="connsiteX24" fmla="*/ 10512263 w 12217206"/>
              <a:gd name="connsiteY24" fmla="*/ 4291698 h 4977304"/>
              <a:gd name="connsiteX25" fmla="*/ 10439016 w 12217206"/>
              <a:gd name="connsiteY25" fmla="*/ 4293933 h 4977304"/>
              <a:gd name="connsiteX26" fmla="*/ 10376941 w 12217206"/>
              <a:gd name="connsiteY26" fmla="*/ 4298111 h 4977304"/>
              <a:gd name="connsiteX27" fmla="*/ 10329960 w 12217206"/>
              <a:gd name="connsiteY27" fmla="*/ 4298774 h 4977304"/>
              <a:gd name="connsiteX28" fmla="*/ 10254256 w 12217206"/>
              <a:gd name="connsiteY28" fmla="*/ 4309364 h 4977304"/>
              <a:gd name="connsiteX29" fmla="*/ 10119745 w 12217206"/>
              <a:gd name="connsiteY29" fmla="*/ 4321869 h 4977304"/>
              <a:gd name="connsiteX30" fmla="*/ 10075444 w 12217206"/>
              <a:gd name="connsiteY30" fmla="*/ 4324144 h 4977304"/>
              <a:gd name="connsiteX31" fmla="*/ 10032543 w 12217206"/>
              <a:gd name="connsiteY31" fmla="*/ 4322337 h 4977304"/>
              <a:gd name="connsiteX32" fmla="*/ 9953375 w 12217206"/>
              <a:gd name="connsiteY32" fmla="*/ 4339186 h 4977304"/>
              <a:gd name="connsiteX33" fmla="*/ 9841223 w 12217206"/>
              <a:gd name="connsiteY33" fmla="*/ 4346536 h 4977304"/>
              <a:gd name="connsiteX34" fmla="*/ 9721820 w 12217206"/>
              <a:gd name="connsiteY34" fmla="*/ 4368481 h 4977304"/>
              <a:gd name="connsiteX35" fmla="*/ 9578114 w 12217206"/>
              <a:gd name="connsiteY35" fmla="*/ 4380883 h 4977304"/>
              <a:gd name="connsiteX36" fmla="*/ 9336820 w 12217206"/>
              <a:gd name="connsiteY36" fmla="*/ 4430514 h 4977304"/>
              <a:gd name="connsiteX37" fmla="*/ 9272837 w 12217206"/>
              <a:gd name="connsiteY37" fmla="*/ 4491645 h 4977304"/>
              <a:gd name="connsiteX38" fmla="*/ 9188677 w 12217206"/>
              <a:gd name="connsiteY38" fmla="*/ 4497828 h 4977304"/>
              <a:gd name="connsiteX39" fmla="*/ 9183116 w 12217206"/>
              <a:gd name="connsiteY39" fmla="*/ 4507862 h 4977304"/>
              <a:gd name="connsiteX40" fmla="*/ 9145128 w 12217206"/>
              <a:gd name="connsiteY40" fmla="*/ 4520027 h 4977304"/>
              <a:gd name="connsiteX41" fmla="*/ 9144106 w 12217206"/>
              <a:gd name="connsiteY41" fmla="*/ 4518870 h 4977304"/>
              <a:gd name="connsiteX42" fmla="*/ 9131223 w 12217206"/>
              <a:gd name="connsiteY42" fmla="*/ 4516515 h 4977304"/>
              <a:gd name="connsiteX43" fmla="*/ 9107733 w 12217206"/>
              <a:gd name="connsiteY43" fmla="*/ 4515031 h 4977304"/>
              <a:gd name="connsiteX44" fmla="*/ 9047414 w 12217206"/>
              <a:gd name="connsiteY44" fmla="*/ 4506003 h 4977304"/>
              <a:gd name="connsiteX45" fmla="*/ 8999479 w 12217206"/>
              <a:gd name="connsiteY45" fmla="*/ 4509570 h 4977304"/>
              <a:gd name="connsiteX46" fmla="*/ 8999194 w 12217206"/>
              <a:gd name="connsiteY46" fmla="*/ 4509309 h 4977304"/>
              <a:gd name="connsiteX47" fmla="*/ 8990231 w 12217206"/>
              <a:gd name="connsiteY47" fmla="*/ 4510625 h 4977304"/>
              <a:gd name="connsiteX48" fmla="*/ 8984397 w 12217206"/>
              <a:gd name="connsiteY48" fmla="*/ 4512863 h 4977304"/>
              <a:gd name="connsiteX49" fmla="*/ 8968351 w 12217206"/>
              <a:gd name="connsiteY49" fmla="*/ 4516366 h 4977304"/>
              <a:gd name="connsiteX50" fmla="*/ 8962029 w 12217206"/>
              <a:gd name="connsiteY50" fmla="*/ 4515606 h 4977304"/>
              <a:gd name="connsiteX51" fmla="*/ 8957069 w 12217206"/>
              <a:gd name="connsiteY51" fmla="*/ 4513190 h 4977304"/>
              <a:gd name="connsiteX52" fmla="*/ 8889695 w 12217206"/>
              <a:gd name="connsiteY52" fmla="*/ 4533539 h 4977304"/>
              <a:gd name="connsiteX53" fmla="*/ 8746606 w 12217206"/>
              <a:gd name="connsiteY53" fmla="*/ 4530613 h 4977304"/>
              <a:gd name="connsiteX54" fmla="*/ 8702038 w 12217206"/>
              <a:gd name="connsiteY54" fmla="*/ 4532895 h 4977304"/>
              <a:gd name="connsiteX55" fmla="*/ 8590337 w 12217206"/>
              <a:gd name="connsiteY55" fmla="*/ 4542204 h 4977304"/>
              <a:gd name="connsiteX56" fmla="*/ 8519543 w 12217206"/>
              <a:gd name="connsiteY56" fmla="*/ 4526086 h 4977304"/>
              <a:gd name="connsiteX57" fmla="*/ 8505306 w 12217206"/>
              <a:gd name="connsiteY57" fmla="*/ 4532509 h 4977304"/>
              <a:gd name="connsiteX58" fmla="*/ 8500493 w 12217206"/>
              <a:gd name="connsiteY58" fmla="*/ 4535768 h 4977304"/>
              <a:gd name="connsiteX59" fmla="*/ 8492299 w 12217206"/>
              <a:gd name="connsiteY59" fmla="*/ 4538742 h 4977304"/>
              <a:gd name="connsiteX60" fmla="*/ 8491926 w 12217206"/>
              <a:gd name="connsiteY60" fmla="*/ 4538547 h 4977304"/>
              <a:gd name="connsiteX61" fmla="*/ 8484586 w 12217206"/>
              <a:gd name="connsiteY61" fmla="*/ 4541860 h 4977304"/>
              <a:gd name="connsiteX62" fmla="*/ 8361601 w 12217206"/>
              <a:gd name="connsiteY62" fmla="*/ 4557109 h 4977304"/>
              <a:gd name="connsiteX63" fmla="*/ 8348227 w 12217206"/>
              <a:gd name="connsiteY63" fmla="*/ 4557320 h 4977304"/>
              <a:gd name="connsiteX64" fmla="*/ 8346801 w 12217206"/>
              <a:gd name="connsiteY64" fmla="*/ 4556408 h 4977304"/>
              <a:gd name="connsiteX65" fmla="*/ 8308886 w 12217206"/>
              <a:gd name="connsiteY65" fmla="*/ 4575677 h 4977304"/>
              <a:gd name="connsiteX66" fmla="*/ 8289640 w 12217206"/>
              <a:gd name="connsiteY66" fmla="*/ 4590767 h 4977304"/>
              <a:gd name="connsiteX67" fmla="*/ 8278750 w 12217206"/>
              <a:gd name="connsiteY67" fmla="*/ 4597091 h 4977304"/>
              <a:gd name="connsiteX68" fmla="*/ 8277624 w 12217206"/>
              <a:gd name="connsiteY68" fmla="*/ 4601916 h 4977304"/>
              <a:gd name="connsiteX69" fmla="*/ 8260561 w 12217206"/>
              <a:gd name="connsiteY69" fmla="*/ 4609708 h 4977304"/>
              <a:gd name="connsiteX70" fmla="*/ 8257864 w 12217206"/>
              <a:gd name="connsiteY70" fmla="*/ 4609458 h 4977304"/>
              <a:gd name="connsiteX71" fmla="*/ 8246529 w 12217206"/>
              <a:gd name="connsiteY71" fmla="*/ 4620148 h 4977304"/>
              <a:gd name="connsiteX72" fmla="*/ 8240334 w 12217206"/>
              <a:gd name="connsiteY72" fmla="*/ 4634257 h 4977304"/>
              <a:gd name="connsiteX73" fmla="*/ 8084875 w 12217206"/>
              <a:gd name="connsiteY73" fmla="*/ 4684387 h 4977304"/>
              <a:gd name="connsiteX74" fmla="*/ 7900134 w 12217206"/>
              <a:gd name="connsiteY74" fmla="*/ 4729969 h 4977304"/>
              <a:gd name="connsiteX75" fmla="*/ 7713595 w 12217206"/>
              <a:gd name="connsiteY75" fmla="*/ 4757895 h 4977304"/>
              <a:gd name="connsiteX76" fmla="*/ 7609267 w 12217206"/>
              <a:gd name="connsiteY76" fmla="*/ 4754126 h 4977304"/>
              <a:gd name="connsiteX77" fmla="*/ 7522521 w 12217206"/>
              <a:gd name="connsiteY77" fmla="*/ 4760455 h 4977304"/>
              <a:gd name="connsiteX78" fmla="*/ 7514554 w 12217206"/>
              <a:gd name="connsiteY78" fmla="*/ 4763228 h 4977304"/>
              <a:gd name="connsiteX79" fmla="*/ 7502403 w 12217206"/>
              <a:gd name="connsiteY79" fmla="*/ 4764677 h 4977304"/>
              <a:gd name="connsiteX80" fmla="*/ 7502032 w 12217206"/>
              <a:gd name="connsiteY80" fmla="*/ 4764322 h 4977304"/>
              <a:gd name="connsiteX81" fmla="*/ 7490794 w 12217206"/>
              <a:gd name="connsiteY81" fmla="*/ 4766442 h 4977304"/>
              <a:gd name="connsiteX82" fmla="*/ 7400450 w 12217206"/>
              <a:gd name="connsiteY82" fmla="*/ 4757640 h 4977304"/>
              <a:gd name="connsiteX83" fmla="*/ 7307302 w 12217206"/>
              <a:gd name="connsiteY83" fmla="*/ 4747220 h 4977304"/>
              <a:gd name="connsiteX84" fmla="*/ 7305976 w 12217206"/>
              <a:gd name="connsiteY84" fmla="*/ 4745654 h 4977304"/>
              <a:gd name="connsiteX85" fmla="*/ 7213744 w 12217206"/>
              <a:gd name="connsiteY85" fmla="*/ 4773074 h 4977304"/>
              <a:gd name="connsiteX86" fmla="*/ 7196298 w 12217206"/>
              <a:gd name="connsiteY86" fmla="*/ 4778016 h 4977304"/>
              <a:gd name="connsiteX87" fmla="*/ 7192202 w 12217206"/>
              <a:gd name="connsiteY87" fmla="*/ 4783834 h 4977304"/>
              <a:gd name="connsiteX88" fmla="*/ 7166024 w 12217206"/>
              <a:gd name="connsiteY88" fmla="*/ 4788882 h 4977304"/>
              <a:gd name="connsiteX89" fmla="*/ 7092253 w 12217206"/>
              <a:gd name="connsiteY89" fmla="*/ 4802161 h 4977304"/>
              <a:gd name="connsiteX90" fmla="*/ 7013814 w 12217206"/>
              <a:gd name="connsiteY90" fmla="*/ 4801755 h 4977304"/>
              <a:gd name="connsiteX91" fmla="*/ 6899540 w 12217206"/>
              <a:gd name="connsiteY91" fmla="*/ 4833798 h 4977304"/>
              <a:gd name="connsiteX92" fmla="*/ 6703746 w 12217206"/>
              <a:gd name="connsiteY92" fmla="*/ 4864157 h 4977304"/>
              <a:gd name="connsiteX93" fmla="*/ 6545085 w 12217206"/>
              <a:gd name="connsiteY93" fmla="*/ 4895408 h 4977304"/>
              <a:gd name="connsiteX94" fmla="*/ 6313345 w 12217206"/>
              <a:gd name="connsiteY94" fmla="*/ 4946232 h 4977304"/>
              <a:gd name="connsiteX95" fmla="*/ 6164558 w 12217206"/>
              <a:gd name="connsiteY95" fmla="*/ 4948498 h 4977304"/>
              <a:gd name="connsiteX96" fmla="*/ 6069796 w 12217206"/>
              <a:gd name="connsiteY96" fmla="*/ 4970720 h 4977304"/>
              <a:gd name="connsiteX97" fmla="*/ 6064481 w 12217206"/>
              <a:gd name="connsiteY97" fmla="*/ 4969051 h 4977304"/>
              <a:gd name="connsiteX98" fmla="*/ 6044602 w 12217206"/>
              <a:gd name="connsiteY98" fmla="*/ 4969792 h 4977304"/>
              <a:gd name="connsiteX99" fmla="*/ 6037252 w 12217206"/>
              <a:gd name="connsiteY99" fmla="*/ 4960726 h 4977304"/>
              <a:gd name="connsiteX100" fmla="*/ 6006081 w 12217206"/>
              <a:gd name="connsiteY100" fmla="*/ 4955195 h 4977304"/>
              <a:gd name="connsiteX101" fmla="*/ 5920065 w 12217206"/>
              <a:gd name="connsiteY101" fmla="*/ 4944866 h 4977304"/>
              <a:gd name="connsiteX102" fmla="*/ 5755077 w 12217206"/>
              <a:gd name="connsiteY102" fmla="*/ 4976193 h 4977304"/>
              <a:gd name="connsiteX103" fmla="*/ 5623207 w 12217206"/>
              <a:gd name="connsiteY103" fmla="*/ 4977304 h 4977304"/>
              <a:gd name="connsiteX104" fmla="*/ 5467256 w 12217206"/>
              <a:gd name="connsiteY104" fmla="*/ 4962079 h 4977304"/>
              <a:gd name="connsiteX105" fmla="*/ 5429137 w 12217206"/>
              <a:gd name="connsiteY105" fmla="*/ 4949858 h 4977304"/>
              <a:gd name="connsiteX106" fmla="*/ 5378078 w 12217206"/>
              <a:gd name="connsiteY106" fmla="*/ 4930634 h 4977304"/>
              <a:gd name="connsiteX107" fmla="*/ 5258253 w 12217206"/>
              <a:gd name="connsiteY107" fmla="*/ 4908461 h 4977304"/>
              <a:gd name="connsiteX108" fmla="*/ 5219477 w 12217206"/>
              <a:gd name="connsiteY108" fmla="*/ 4896381 h 4977304"/>
              <a:gd name="connsiteX109" fmla="*/ 5171208 w 12217206"/>
              <a:gd name="connsiteY109" fmla="*/ 4893134 h 4977304"/>
              <a:gd name="connsiteX110" fmla="*/ 5153115 w 12217206"/>
              <a:gd name="connsiteY110" fmla="*/ 4885290 h 4977304"/>
              <a:gd name="connsiteX111" fmla="*/ 5139168 w 12217206"/>
              <a:gd name="connsiteY111" fmla="*/ 4881597 h 4977304"/>
              <a:gd name="connsiteX112" fmla="*/ 5136167 w 12217206"/>
              <a:gd name="connsiteY112" fmla="*/ 4879315 h 4977304"/>
              <a:gd name="connsiteX113" fmla="*/ 5118243 w 12217206"/>
              <a:gd name="connsiteY113" fmla="*/ 4867529 h 4977304"/>
              <a:gd name="connsiteX114" fmla="*/ 5062411 w 12217206"/>
              <a:gd name="connsiteY114" fmla="*/ 4874665 h 4977304"/>
              <a:gd name="connsiteX115" fmla="*/ 5008170 w 12217206"/>
              <a:gd name="connsiteY115" fmla="*/ 4856876 h 4977304"/>
              <a:gd name="connsiteX116" fmla="*/ 4837210 w 12217206"/>
              <a:gd name="connsiteY116" fmla="*/ 4830794 h 4977304"/>
              <a:gd name="connsiteX117" fmla="*/ 4759270 w 12217206"/>
              <a:gd name="connsiteY117" fmla="*/ 4800638 h 4977304"/>
              <a:gd name="connsiteX118" fmla="*/ 4720035 w 12217206"/>
              <a:gd name="connsiteY118" fmla="*/ 4790848 h 4977304"/>
              <a:gd name="connsiteX119" fmla="*/ 4718027 w 12217206"/>
              <a:gd name="connsiteY119" fmla="*/ 4790035 h 4977304"/>
              <a:gd name="connsiteX120" fmla="*/ 4718961 w 12217206"/>
              <a:gd name="connsiteY120" fmla="*/ 4789806 h 4977304"/>
              <a:gd name="connsiteX121" fmla="*/ 4714055 w 12217206"/>
              <a:gd name="connsiteY121" fmla="*/ 4788426 h 4977304"/>
              <a:gd name="connsiteX122" fmla="*/ 4718027 w 12217206"/>
              <a:gd name="connsiteY122" fmla="*/ 4790035 h 4977304"/>
              <a:gd name="connsiteX123" fmla="*/ 4712381 w 12217206"/>
              <a:gd name="connsiteY123" fmla="*/ 4791420 h 4977304"/>
              <a:gd name="connsiteX124" fmla="*/ 4512801 w 12217206"/>
              <a:gd name="connsiteY124" fmla="*/ 4780666 h 4977304"/>
              <a:gd name="connsiteX125" fmla="*/ 4425588 w 12217206"/>
              <a:gd name="connsiteY125" fmla="*/ 4769100 h 4977304"/>
              <a:gd name="connsiteX126" fmla="*/ 4314086 w 12217206"/>
              <a:gd name="connsiteY126" fmla="*/ 4774822 h 4977304"/>
              <a:gd name="connsiteX127" fmla="*/ 4312230 w 12217206"/>
              <a:gd name="connsiteY127" fmla="*/ 4773365 h 4977304"/>
              <a:gd name="connsiteX128" fmla="*/ 4292278 w 12217206"/>
              <a:gd name="connsiteY128" fmla="*/ 4771325 h 4977304"/>
              <a:gd name="connsiteX129" fmla="*/ 4287201 w 12217206"/>
              <a:gd name="connsiteY129" fmla="*/ 4774493 h 4977304"/>
              <a:gd name="connsiteX130" fmla="*/ 4273289 w 12217206"/>
              <a:gd name="connsiteY130" fmla="*/ 4774225 h 4977304"/>
              <a:gd name="connsiteX131" fmla="*/ 4245283 w 12217206"/>
              <a:gd name="connsiteY131" fmla="*/ 4776749 h 4977304"/>
              <a:gd name="connsiteX132" fmla="*/ 4199245 w 12217206"/>
              <a:gd name="connsiteY132" fmla="*/ 4773714 h 4977304"/>
              <a:gd name="connsiteX133" fmla="*/ 4198941 w 12217206"/>
              <a:gd name="connsiteY133" fmla="*/ 4772347 h 4977304"/>
              <a:gd name="connsiteX134" fmla="*/ 4188453 w 12217206"/>
              <a:gd name="connsiteY134" fmla="*/ 4766228 h 4977304"/>
              <a:gd name="connsiteX135" fmla="*/ 4139982 w 12217206"/>
              <a:gd name="connsiteY135" fmla="*/ 4748999 h 4977304"/>
              <a:gd name="connsiteX136" fmla="*/ 4080374 w 12217206"/>
              <a:gd name="connsiteY136" fmla="*/ 4720184 h 4977304"/>
              <a:gd name="connsiteX137" fmla="*/ 4071828 w 12217206"/>
              <a:gd name="connsiteY137" fmla="*/ 4719278 h 4977304"/>
              <a:gd name="connsiteX138" fmla="*/ 4071710 w 12217206"/>
              <a:gd name="connsiteY138" fmla="*/ 4718953 h 4977304"/>
              <a:gd name="connsiteX139" fmla="*/ 4056247 w 12217206"/>
              <a:gd name="connsiteY139" fmla="*/ 4717622 h 4977304"/>
              <a:gd name="connsiteX140" fmla="*/ 4039668 w 12217206"/>
              <a:gd name="connsiteY140" fmla="*/ 4715861 h 4977304"/>
              <a:gd name="connsiteX141" fmla="*/ 4034303 w 12217206"/>
              <a:gd name="connsiteY141" fmla="*/ 4713218 h 4977304"/>
              <a:gd name="connsiteX142" fmla="*/ 4032672 w 12217206"/>
              <a:gd name="connsiteY142" fmla="*/ 4709236 h 4977304"/>
              <a:gd name="connsiteX143" fmla="*/ 4031088 w 12217206"/>
              <a:gd name="connsiteY143" fmla="*/ 4709491 h 4977304"/>
              <a:gd name="connsiteX144" fmla="*/ 4001867 w 12217206"/>
              <a:gd name="connsiteY144" fmla="*/ 4695842 h 4977304"/>
              <a:gd name="connsiteX145" fmla="*/ 3934220 w 12217206"/>
              <a:gd name="connsiteY145" fmla="*/ 4676884 h 4977304"/>
              <a:gd name="connsiteX146" fmla="*/ 3894676 w 12217206"/>
              <a:gd name="connsiteY146" fmla="*/ 4670743 h 4977304"/>
              <a:gd name="connsiteX147" fmla="*/ 3787232 w 12217206"/>
              <a:gd name="connsiteY147" fmla="*/ 4648764 h 4977304"/>
              <a:gd name="connsiteX148" fmla="*/ 3680057 w 12217206"/>
              <a:gd name="connsiteY148" fmla="*/ 4622784 h 4977304"/>
              <a:gd name="connsiteX149" fmla="*/ 3607627 w 12217206"/>
              <a:gd name="connsiteY149" fmla="*/ 4587738 h 4977304"/>
              <a:gd name="connsiteX150" fmla="*/ 3601451 w 12217206"/>
              <a:gd name="connsiteY150" fmla="*/ 4589218 h 4977304"/>
              <a:gd name="connsiteX151" fmla="*/ 3592338 w 12217206"/>
              <a:gd name="connsiteY151" fmla="*/ 4589396 h 4977304"/>
              <a:gd name="connsiteX152" fmla="*/ 3592104 w 12217206"/>
              <a:gd name="connsiteY152" fmla="*/ 4589103 h 4977304"/>
              <a:gd name="connsiteX153" fmla="*/ 3583586 w 12217206"/>
              <a:gd name="connsiteY153" fmla="*/ 4589853 h 4977304"/>
              <a:gd name="connsiteX154" fmla="*/ 3533777 w 12217206"/>
              <a:gd name="connsiteY154" fmla="*/ 4579320 h 4977304"/>
              <a:gd name="connsiteX155" fmla="*/ 3470906 w 12217206"/>
              <a:gd name="connsiteY155" fmla="*/ 4575344 h 4977304"/>
              <a:gd name="connsiteX156" fmla="*/ 3398460 w 12217206"/>
              <a:gd name="connsiteY156" fmla="*/ 4562260 h 4977304"/>
              <a:gd name="connsiteX157" fmla="*/ 3361644 w 12217206"/>
              <a:gd name="connsiteY157" fmla="*/ 4580670 h 4977304"/>
              <a:gd name="connsiteX158" fmla="*/ 3341795 w 12217206"/>
              <a:gd name="connsiteY158" fmla="*/ 4582496 h 4977304"/>
              <a:gd name="connsiteX159" fmla="*/ 3339469 w 12217206"/>
              <a:gd name="connsiteY159" fmla="*/ 4581438 h 4977304"/>
              <a:gd name="connsiteX160" fmla="*/ 3260180 w 12217206"/>
              <a:gd name="connsiteY160" fmla="*/ 4587820 h 4977304"/>
              <a:gd name="connsiteX161" fmla="*/ 3140460 w 12217206"/>
              <a:gd name="connsiteY161" fmla="*/ 4596263 h 4977304"/>
              <a:gd name="connsiteX162" fmla="*/ 3028270 w 12217206"/>
              <a:gd name="connsiteY162" fmla="*/ 4599134 h 4977304"/>
              <a:gd name="connsiteX163" fmla="*/ 2779714 w 12217206"/>
              <a:gd name="connsiteY163" fmla="*/ 4622831 h 4977304"/>
              <a:gd name="connsiteX164" fmla="*/ 2649525 w 12217206"/>
              <a:gd name="connsiteY164" fmla="*/ 4658086 h 4977304"/>
              <a:gd name="connsiteX165" fmla="*/ 2566315 w 12217206"/>
              <a:gd name="connsiteY165" fmla="*/ 4605776 h 4977304"/>
              <a:gd name="connsiteX166" fmla="*/ 2441626 w 12217206"/>
              <a:gd name="connsiteY166" fmla="*/ 4620872 h 4977304"/>
              <a:gd name="connsiteX167" fmla="*/ 2313568 w 12217206"/>
              <a:gd name="connsiteY167" fmla="*/ 4630067 h 4977304"/>
              <a:gd name="connsiteX168" fmla="*/ 2207105 w 12217206"/>
              <a:gd name="connsiteY168" fmla="*/ 4624384 h 4977304"/>
              <a:gd name="connsiteX169" fmla="*/ 2093268 w 12217206"/>
              <a:gd name="connsiteY169" fmla="*/ 4606236 h 4977304"/>
              <a:gd name="connsiteX170" fmla="*/ 1996024 w 12217206"/>
              <a:gd name="connsiteY170" fmla="*/ 4597526 h 4977304"/>
              <a:gd name="connsiteX171" fmla="*/ 1926886 w 12217206"/>
              <a:gd name="connsiteY171" fmla="*/ 4621358 h 4977304"/>
              <a:gd name="connsiteX172" fmla="*/ 1920368 w 12217206"/>
              <a:gd name="connsiteY172" fmla="*/ 4616112 h 4977304"/>
              <a:gd name="connsiteX173" fmla="*/ 1871831 w 12217206"/>
              <a:gd name="connsiteY173" fmla="*/ 4617844 h 4977304"/>
              <a:gd name="connsiteX174" fmla="*/ 1785463 w 12217206"/>
              <a:gd name="connsiteY174" fmla="*/ 4647841 h 4977304"/>
              <a:gd name="connsiteX175" fmla="*/ 1737045 w 12217206"/>
              <a:gd name="connsiteY175" fmla="*/ 4642356 h 4977304"/>
              <a:gd name="connsiteX176" fmla="*/ 1673954 w 12217206"/>
              <a:gd name="connsiteY176" fmla="*/ 4624601 h 4977304"/>
              <a:gd name="connsiteX177" fmla="*/ 1602834 w 12217206"/>
              <a:gd name="connsiteY177" fmla="*/ 4640924 h 4977304"/>
              <a:gd name="connsiteX178" fmla="*/ 1490351 w 12217206"/>
              <a:gd name="connsiteY178" fmla="*/ 4613132 h 4977304"/>
              <a:gd name="connsiteX179" fmla="*/ 1149212 w 12217206"/>
              <a:gd name="connsiteY179" fmla="*/ 4564210 h 4977304"/>
              <a:gd name="connsiteX180" fmla="*/ 938574 w 12217206"/>
              <a:gd name="connsiteY180" fmla="*/ 4566821 h 4977304"/>
              <a:gd name="connsiteX181" fmla="*/ 857697 w 12217206"/>
              <a:gd name="connsiteY181" fmla="*/ 4525391 h 4977304"/>
              <a:gd name="connsiteX182" fmla="*/ 836981 w 12217206"/>
              <a:gd name="connsiteY182" fmla="*/ 4526708 h 4977304"/>
              <a:gd name="connsiteX183" fmla="*/ 816264 w 12217206"/>
              <a:gd name="connsiteY183" fmla="*/ 4524575 h 4977304"/>
              <a:gd name="connsiteX184" fmla="*/ 810965 w 12217206"/>
              <a:gd name="connsiteY184" fmla="*/ 4527718 h 4977304"/>
              <a:gd name="connsiteX185" fmla="*/ 796509 w 12217206"/>
              <a:gd name="connsiteY185" fmla="*/ 4527387 h 4977304"/>
              <a:gd name="connsiteX186" fmla="*/ 767389 w 12217206"/>
              <a:gd name="connsiteY186" fmla="*/ 4529784 h 4977304"/>
              <a:gd name="connsiteX187" fmla="*/ 762544 w 12217206"/>
              <a:gd name="connsiteY187" fmla="*/ 4527372 h 4977304"/>
              <a:gd name="connsiteX188" fmla="*/ 719567 w 12217206"/>
              <a:gd name="connsiteY188" fmla="*/ 4526534 h 4977304"/>
              <a:gd name="connsiteX189" fmla="*/ 719262 w 12217206"/>
              <a:gd name="connsiteY189" fmla="*/ 4525164 h 4977304"/>
              <a:gd name="connsiteX190" fmla="*/ 708402 w 12217206"/>
              <a:gd name="connsiteY190" fmla="*/ 4518999 h 4977304"/>
              <a:gd name="connsiteX191" fmla="*/ 596394 w 12217206"/>
              <a:gd name="connsiteY191" fmla="*/ 4472455 h 4977304"/>
              <a:gd name="connsiteX192" fmla="*/ 578149 w 12217206"/>
              <a:gd name="connsiteY192" fmla="*/ 4469575 h 4977304"/>
              <a:gd name="connsiteX193" fmla="*/ 571336 w 12217206"/>
              <a:gd name="connsiteY193" fmla="*/ 4469781 h 4977304"/>
              <a:gd name="connsiteX194" fmla="*/ 444802 w 12217206"/>
              <a:gd name="connsiteY194" fmla="*/ 4428480 h 4977304"/>
              <a:gd name="connsiteX195" fmla="*/ 403746 w 12217206"/>
              <a:gd name="connsiteY195" fmla="*/ 4422157 h 4977304"/>
              <a:gd name="connsiteX196" fmla="*/ 292240 w 12217206"/>
              <a:gd name="connsiteY196" fmla="*/ 4399681 h 4977304"/>
              <a:gd name="connsiteX197" fmla="*/ 118302 w 12217206"/>
              <a:gd name="connsiteY197" fmla="*/ 4343421 h 4977304"/>
              <a:gd name="connsiteX198" fmla="*/ 15516 w 12217206"/>
              <a:gd name="connsiteY198" fmla="*/ 4340320 h 4977304"/>
              <a:gd name="connsiteX199" fmla="*/ 2 w 12217206"/>
              <a:gd name="connsiteY199" fmla="*/ 4334381 h 4977304"/>
              <a:gd name="connsiteX200" fmla="*/ 2 w 12217206"/>
              <a:gd name="connsiteY200" fmla="*/ 3589361 h 4977304"/>
              <a:gd name="connsiteX201" fmla="*/ 0 w 12217206"/>
              <a:gd name="connsiteY201" fmla="*/ 3589361 h 4977304"/>
              <a:gd name="connsiteX202" fmla="*/ 0 w 12217206"/>
              <a:gd name="connsiteY202" fmla="*/ 3513036 h 4977304"/>
              <a:gd name="connsiteX203" fmla="*/ 0 w 12217206"/>
              <a:gd name="connsiteY203" fmla="*/ 2672265 h 4977304"/>
              <a:gd name="connsiteX0" fmla="*/ 0 w 12217206"/>
              <a:gd name="connsiteY0" fmla="*/ 0 h 4977304"/>
              <a:gd name="connsiteX1" fmla="*/ 12192000 w 12217206"/>
              <a:gd name="connsiteY1" fmla="*/ 0 h 4977304"/>
              <a:gd name="connsiteX2" fmla="*/ 12192000 w 12217206"/>
              <a:gd name="connsiteY2" fmla="*/ 2726958 h 4977304"/>
              <a:gd name="connsiteX3" fmla="*/ 12217206 w 12217206"/>
              <a:gd name="connsiteY3" fmla="*/ 2896463 h 4977304"/>
              <a:gd name="connsiteX4" fmla="*/ 12192000 w 12217206"/>
              <a:gd name="connsiteY4" fmla="*/ 2864054 h 4977304"/>
              <a:gd name="connsiteX5" fmla="*/ 12198158 w 12217206"/>
              <a:gd name="connsiteY5" fmla="*/ 3664565 h 4977304"/>
              <a:gd name="connsiteX6" fmla="*/ 12132764 w 12217206"/>
              <a:gd name="connsiteY6" fmla="*/ 3748492 h 4977304"/>
              <a:gd name="connsiteX7" fmla="*/ 12053056 w 12217206"/>
              <a:gd name="connsiteY7" fmla="*/ 3749753 h 4977304"/>
              <a:gd name="connsiteX8" fmla="*/ 11938513 w 12217206"/>
              <a:gd name="connsiteY8" fmla="*/ 3754367 h 4977304"/>
              <a:gd name="connsiteX9" fmla="*/ 11853342 w 12217206"/>
              <a:gd name="connsiteY9" fmla="*/ 3782688 h 4977304"/>
              <a:gd name="connsiteX10" fmla="*/ 11704569 w 12217206"/>
              <a:gd name="connsiteY10" fmla="*/ 3839336 h 4977304"/>
              <a:gd name="connsiteX11" fmla="*/ 11577641 w 12217206"/>
              <a:gd name="connsiteY11" fmla="*/ 3885996 h 4977304"/>
              <a:gd name="connsiteX12" fmla="*/ 11508791 w 12217206"/>
              <a:gd name="connsiteY12" fmla="*/ 3969283 h 4977304"/>
              <a:gd name="connsiteX13" fmla="*/ 11388373 w 12217206"/>
              <a:gd name="connsiteY13" fmla="*/ 4027440 h 4977304"/>
              <a:gd name="connsiteX14" fmla="*/ 11276406 w 12217206"/>
              <a:gd name="connsiteY14" fmla="*/ 4056099 h 4977304"/>
              <a:gd name="connsiteX15" fmla="*/ 11190251 w 12217206"/>
              <a:gd name="connsiteY15" fmla="*/ 4073272 h 4977304"/>
              <a:gd name="connsiteX16" fmla="*/ 11139995 w 12217206"/>
              <a:gd name="connsiteY16" fmla="*/ 4081811 h 4977304"/>
              <a:gd name="connsiteX17" fmla="*/ 11040727 w 12217206"/>
              <a:gd name="connsiteY17" fmla="*/ 4081109 h 4977304"/>
              <a:gd name="connsiteX18" fmla="*/ 10969005 w 12217206"/>
              <a:gd name="connsiteY18" fmla="*/ 4091154 h 4977304"/>
              <a:gd name="connsiteX19" fmla="*/ 10899772 w 12217206"/>
              <a:gd name="connsiteY19" fmla="*/ 4122857 h 4977304"/>
              <a:gd name="connsiteX20" fmla="*/ 10838983 w 12217206"/>
              <a:gd name="connsiteY20" fmla="*/ 4155791 h 4977304"/>
              <a:gd name="connsiteX21" fmla="*/ 10769520 w 12217206"/>
              <a:gd name="connsiteY21" fmla="*/ 4198574 h 4977304"/>
              <a:gd name="connsiteX22" fmla="*/ 10570843 w 12217206"/>
              <a:gd name="connsiteY22" fmla="*/ 4255424 h 4977304"/>
              <a:gd name="connsiteX23" fmla="*/ 10512263 w 12217206"/>
              <a:gd name="connsiteY23" fmla="*/ 4291698 h 4977304"/>
              <a:gd name="connsiteX24" fmla="*/ 10439016 w 12217206"/>
              <a:gd name="connsiteY24" fmla="*/ 4293933 h 4977304"/>
              <a:gd name="connsiteX25" fmla="*/ 10376941 w 12217206"/>
              <a:gd name="connsiteY25" fmla="*/ 4298111 h 4977304"/>
              <a:gd name="connsiteX26" fmla="*/ 10329960 w 12217206"/>
              <a:gd name="connsiteY26" fmla="*/ 4298774 h 4977304"/>
              <a:gd name="connsiteX27" fmla="*/ 10254256 w 12217206"/>
              <a:gd name="connsiteY27" fmla="*/ 4309364 h 4977304"/>
              <a:gd name="connsiteX28" fmla="*/ 10119745 w 12217206"/>
              <a:gd name="connsiteY28" fmla="*/ 4321869 h 4977304"/>
              <a:gd name="connsiteX29" fmla="*/ 10075444 w 12217206"/>
              <a:gd name="connsiteY29" fmla="*/ 4324144 h 4977304"/>
              <a:gd name="connsiteX30" fmla="*/ 10032543 w 12217206"/>
              <a:gd name="connsiteY30" fmla="*/ 4322337 h 4977304"/>
              <a:gd name="connsiteX31" fmla="*/ 9953375 w 12217206"/>
              <a:gd name="connsiteY31" fmla="*/ 4339186 h 4977304"/>
              <a:gd name="connsiteX32" fmla="*/ 9841223 w 12217206"/>
              <a:gd name="connsiteY32" fmla="*/ 4346536 h 4977304"/>
              <a:gd name="connsiteX33" fmla="*/ 9721820 w 12217206"/>
              <a:gd name="connsiteY33" fmla="*/ 4368481 h 4977304"/>
              <a:gd name="connsiteX34" fmla="*/ 9578114 w 12217206"/>
              <a:gd name="connsiteY34" fmla="*/ 4380883 h 4977304"/>
              <a:gd name="connsiteX35" fmla="*/ 9336820 w 12217206"/>
              <a:gd name="connsiteY35" fmla="*/ 4430514 h 4977304"/>
              <a:gd name="connsiteX36" fmla="*/ 9272837 w 12217206"/>
              <a:gd name="connsiteY36" fmla="*/ 4491645 h 4977304"/>
              <a:gd name="connsiteX37" fmla="*/ 9188677 w 12217206"/>
              <a:gd name="connsiteY37" fmla="*/ 4497828 h 4977304"/>
              <a:gd name="connsiteX38" fmla="*/ 9183116 w 12217206"/>
              <a:gd name="connsiteY38" fmla="*/ 4507862 h 4977304"/>
              <a:gd name="connsiteX39" fmla="*/ 9145128 w 12217206"/>
              <a:gd name="connsiteY39" fmla="*/ 4520027 h 4977304"/>
              <a:gd name="connsiteX40" fmla="*/ 9144106 w 12217206"/>
              <a:gd name="connsiteY40" fmla="*/ 4518870 h 4977304"/>
              <a:gd name="connsiteX41" fmla="*/ 9131223 w 12217206"/>
              <a:gd name="connsiteY41" fmla="*/ 4516515 h 4977304"/>
              <a:gd name="connsiteX42" fmla="*/ 9107733 w 12217206"/>
              <a:gd name="connsiteY42" fmla="*/ 4515031 h 4977304"/>
              <a:gd name="connsiteX43" fmla="*/ 9047414 w 12217206"/>
              <a:gd name="connsiteY43" fmla="*/ 4506003 h 4977304"/>
              <a:gd name="connsiteX44" fmla="*/ 8999479 w 12217206"/>
              <a:gd name="connsiteY44" fmla="*/ 4509570 h 4977304"/>
              <a:gd name="connsiteX45" fmla="*/ 8999194 w 12217206"/>
              <a:gd name="connsiteY45" fmla="*/ 4509309 h 4977304"/>
              <a:gd name="connsiteX46" fmla="*/ 8990231 w 12217206"/>
              <a:gd name="connsiteY46" fmla="*/ 4510625 h 4977304"/>
              <a:gd name="connsiteX47" fmla="*/ 8984397 w 12217206"/>
              <a:gd name="connsiteY47" fmla="*/ 4512863 h 4977304"/>
              <a:gd name="connsiteX48" fmla="*/ 8968351 w 12217206"/>
              <a:gd name="connsiteY48" fmla="*/ 4516366 h 4977304"/>
              <a:gd name="connsiteX49" fmla="*/ 8962029 w 12217206"/>
              <a:gd name="connsiteY49" fmla="*/ 4515606 h 4977304"/>
              <a:gd name="connsiteX50" fmla="*/ 8957069 w 12217206"/>
              <a:gd name="connsiteY50" fmla="*/ 4513190 h 4977304"/>
              <a:gd name="connsiteX51" fmla="*/ 8889695 w 12217206"/>
              <a:gd name="connsiteY51" fmla="*/ 4533539 h 4977304"/>
              <a:gd name="connsiteX52" fmla="*/ 8746606 w 12217206"/>
              <a:gd name="connsiteY52" fmla="*/ 4530613 h 4977304"/>
              <a:gd name="connsiteX53" fmla="*/ 8702038 w 12217206"/>
              <a:gd name="connsiteY53" fmla="*/ 4532895 h 4977304"/>
              <a:gd name="connsiteX54" fmla="*/ 8590337 w 12217206"/>
              <a:gd name="connsiteY54" fmla="*/ 4542204 h 4977304"/>
              <a:gd name="connsiteX55" fmla="*/ 8519543 w 12217206"/>
              <a:gd name="connsiteY55" fmla="*/ 4526086 h 4977304"/>
              <a:gd name="connsiteX56" fmla="*/ 8505306 w 12217206"/>
              <a:gd name="connsiteY56" fmla="*/ 4532509 h 4977304"/>
              <a:gd name="connsiteX57" fmla="*/ 8500493 w 12217206"/>
              <a:gd name="connsiteY57" fmla="*/ 4535768 h 4977304"/>
              <a:gd name="connsiteX58" fmla="*/ 8492299 w 12217206"/>
              <a:gd name="connsiteY58" fmla="*/ 4538742 h 4977304"/>
              <a:gd name="connsiteX59" fmla="*/ 8491926 w 12217206"/>
              <a:gd name="connsiteY59" fmla="*/ 4538547 h 4977304"/>
              <a:gd name="connsiteX60" fmla="*/ 8484586 w 12217206"/>
              <a:gd name="connsiteY60" fmla="*/ 4541860 h 4977304"/>
              <a:gd name="connsiteX61" fmla="*/ 8361601 w 12217206"/>
              <a:gd name="connsiteY61" fmla="*/ 4557109 h 4977304"/>
              <a:gd name="connsiteX62" fmla="*/ 8348227 w 12217206"/>
              <a:gd name="connsiteY62" fmla="*/ 4557320 h 4977304"/>
              <a:gd name="connsiteX63" fmla="*/ 8346801 w 12217206"/>
              <a:gd name="connsiteY63" fmla="*/ 4556408 h 4977304"/>
              <a:gd name="connsiteX64" fmla="*/ 8308886 w 12217206"/>
              <a:gd name="connsiteY64" fmla="*/ 4575677 h 4977304"/>
              <a:gd name="connsiteX65" fmla="*/ 8289640 w 12217206"/>
              <a:gd name="connsiteY65" fmla="*/ 4590767 h 4977304"/>
              <a:gd name="connsiteX66" fmla="*/ 8278750 w 12217206"/>
              <a:gd name="connsiteY66" fmla="*/ 4597091 h 4977304"/>
              <a:gd name="connsiteX67" fmla="*/ 8277624 w 12217206"/>
              <a:gd name="connsiteY67" fmla="*/ 4601916 h 4977304"/>
              <a:gd name="connsiteX68" fmla="*/ 8260561 w 12217206"/>
              <a:gd name="connsiteY68" fmla="*/ 4609708 h 4977304"/>
              <a:gd name="connsiteX69" fmla="*/ 8257864 w 12217206"/>
              <a:gd name="connsiteY69" fmla="*/ 4609458 h 4977304"/>
              <a:gd name="connsiteX70" fmla="*/ 8246529 w 12217206"/>
              <a:gd name="connsiteY70" fmla="*/ 4620148 h 4977304"/>
              <a:gd name="connsiteX71" fmla="*/ 8240334 w 12217206"/>
              <a:gd name="connsiteY71" fmla="*/ 4634257 h 4977304"/>
              <a:gd name="connsiteX72" fmla="*/ 8084875 w 12217206"/>
              <a:gd name="connsiteY72" fmla="*/ 4684387 h 4977304"/>
              <a:gd name="connsiteX73" fmla="*/ 7900134 w 12217206"/>
              <a:gd name="connsiteY73" fmla="*/ 4729969 h 4977304"/>
              <a:gd name="connsiteX74" fmla="*/ 7713595 w 12217206"/>
              <a:gd name="connsiteY74" fmla="*/ 4757895 h 4977304"/>
              <a:gd name="connsiteX75" fmla="*/ 7609267 w 12217206"/>
              <a:gd name="connsiteY75" fmla="*/ 4754126 h 4977304"/>
              <a:gd name="connsiteX76" fmla="*/ 7522521 w 12217206"/>
              <a:gd name="connsiteY76" fmla="*/ 4760455 h 4977304"/>
              <a:gd name="connsiteX77" fmla="*/ 7514554 w 12217206"/>
              <a:gd name="connsiteY77" fmla="*/ 4763228 h 4977304"/>
              <a:gd name="connsiteX78" fmla="*/ 7502403 w 12217206"/>
              <a:gd name="connsiteY78" fmla="*/ 4764677 h 4977304"/>
              <a:gd name="connsiteX79" fmla="*/ 7502032 w 12217206"/>
              <a:gd name="connsiteY79" fmla="*/ 4764322 h 4977304"/>
              <a:gd name="connsiteX80" fmla="*/ 7490794 w 12217206"/>
              <a:gd name="connsiteY80" fmla="*/ 4766442 h 4977304"/>
              <a:gd name="connsiteX81" fmla="*/ 7400450 w 12217206"/>
              <a:gd name="connsiteY81" fmla="*/ 4757640 h 4977304"/>
              <a:gd name="connsiteX82" fmla="*/ 7307302 w 12217206"/>
              <a:gd name="connsiteY82" fmla="*/ 4747220 h 4977304"/>
              <a:gd name="connsiteX83" fmla="*/ 7305976 w 12217206"/>
              <a:gd name="connsiteY83" fmla="*/ 4745654 h 4977304"/>
              <a:gd name="connsiteX84" fmla="*/ 7213744 w 12217206"/>
              <a:gd name="connsiteY84" fmla="*/ 4773074 h 4977304"/>
              <a:gd name="connsiteX85" fmla="*/ 7196298 w 12217206"/>
              <a:gd name="connsiteY85" fmla="*/ 4778016 h 4977304"/>
              <a:gd name="connsiteX86" fmla="*/ 7192202 w 12217206"/>
              <a:gd name="connsiteY86" fmla="*/ 4783834 h 4977304"/>
              <a:gd name="connsiteX87" fmla="*/ 7166024 w 12217206"/>
              <a:gd name="connsiteY87" fmla="*/ 4788882 h 4977304"/>
              <a:gd name="connsiteX88" fmla="*/ 7092253 w 12217206"/>
              <a:gd name="connsiteY88" fmla="*/ 4802161 h 4977304"/>
              <a:gd name="connsiteX89" fmla="*/ 7013814 w 12217206"/>
              <a:gd name="connsiteY89" fmla="*/ 4801755 h 4977304"/>
              <a:gd name="connsiteX90" fmla="*/ 6899540 w 12217206"/>
              <a:gd name="connsiteY90" fmla="*/ 4833798 h 4977304"/>
              <a:gd name="connsiteX91" fmla="*/ 6703746 w 12217206"/>
              <a:gd name="connsiteY91" fmla="*/ 4864157 h 4977304"/>
              <a:gd name="connsiteX92" fmla="*/ 6545085 w 12217206"/>
              <a:gd name="connsiteY92" fmla="*/ 4895408 h 4977304"/>
              <a:gd name="connsiteX93" fmla="*/ 6313345 w 12217206"/>
              <a:gd name="connsiteY93" fmla="*/ 4946232 h 4977304"/>
              <a:gd name="connsiteX94" fmla="*/ 6164558 w 12217206"/>
              <a:gd name="connsiteY94" fmla="*/ 4948498 h 4977304"/>
              <a:gd name="connsiteX95" fmla="*/ 6069796 w 12217206"/>
              <a:gd name="connsiteY95" fmla="*/ 4970720 h 4977304"/>
              <a:gd name="connsiteX96" fmla="*/ 6064481 w 12217206"/>
              <a:gd name="connsiteY96" fmla="*/ 4969051 h 4977304"/>
              <a:gd name="connsiteX97" fmla="*/ 6044602 w 12217206"/>
              <a:gd name="connsiteY97" fmla="*/ 4969792 h 4977304"/>
              <a:gd name="connsiteX98" fmla="*/ 6037252 w 12217206"/>
              <a:gd name="connsiteY98" fmla="*/ 4960726 h 4977304"/>
              <a:gd name="connsiteX99" fmla="*/ 6006081 w 12217206"/>
              <a:gd name="connsiteY99" fmla="*/ 4955195 h 4977304"/>
              <a:gd name="connsiteX100" fmla="*/ 5920065 w 12217206"/>
              <a:gd name="connsiteY100" fmla="*/ 4944866 h 4977304"/>
              <a:gd name="connsiteX101" fmla="*/ 5755077 w 12217206"/>
              <a:gd name="connsiteY101" fmla="*/ 4976193 h 4977304"/>
              <a:gd name="connsiteX102" fmla="*/ 5623207 w 12217206"/>
              <a:gd name="connsiteY102" fmla="*/ 4977304 h 4977304"/>
              <a:gd name="connsiteX103" fmla="*/ 5467256 w 12217206"/>
              <a:gd name="connsiteY103" fmla="*/ 4962079 h 4977304"/>
              <a:gd name="connsiteX104" fmla="*/ 5429137 w 12217206"/>
              <a:gd name="connsiteY104" fmla="*/ 4949858 h 4977304"/>
              <a:gd name="connsiteX105" fmla="*/ 5378078 w 12217206"/>
              <a:gd name="connsiteY105" fmla="*/ 4930634 h 4977304"/>
              <a:gd name="connsiteX106" fmla="*/ 5258253 w 12217206"/>
              <a:gd name="connsiteY106" fmla="*/ 4908461 h 4977304"/>
              <a:gd name="connsiteX107" fmla="*/ 5219477 w 12217206"/>
              <a:gd name="connsiteY107" fmla="*/ 4896381 h 4977304"/>
              <a:gd name="connsiteX108" fmla="*/ 5171208 w 12217206"/>
              <a:gd name="connsiteY108" fmla="*/ 4893134 h 4977304"/>
              <a:gd name="connsiteX109" fmla="*/ 5153115 w 12217206"/>
              <a:gd name="connsiteY109" fmla="*/ 4885290 h 4977304"/>
              <a:gd name="connsiteX110" fmla="*/ 5139168 w 12217206"/>
              <a:gd name="connsiteY110" fmla="*/ 4881597 h 4977304"/>
              <a:gd name="connsiteX111" fmla="*/ 5136167 w 12217206"/>
              <a:gd name="connsiteY111" fmla="*/ 4879315 h 4977304"/>
              <a:gd name="connsiteX112" fmla="*/ 5118243 w 12217206"/>
              <a:gd name="connsiteY112" fmla="*/ 4867529 h 4977304"/>
              <a:gd name="connsiteX113" fmla="*/ 5062411 w 12217206"/>
              <a:gd name="connsiteY113" fmla="*/ 4874665 h 4977304"/>
              <a:gd name="connsiteX114" fmla="*/ 5008170 w 12217206"/>
              <a:gd name="connsiteY114" fmla="*/ 4856876 h 4977304"/>
              <a:gd name="connsiteX115" fmla="*/ 4837210 w 12217206"/>
              <a:gd name="connsiteY115" fmla="*/ 4830794 h 4977304"/>
              <a:gd name="connsiteX116" fmla="*/ 4759270 w 12217206"/>
              <a:gd name="connsiteY116" fmla="*/ 4800638 h 4977304"/>
              <a:gd name="connsiteX117" fmla="*/ 4720035 w 12217206"/>
              <a:gd name="connsiteY117" fmla="*/ 4790848 h 4977304"/>
              <a:gd name="connsiteX118" fmla="*/ 4718027 w 12217206"/>
              <a:gd name="connsiteY118" fmla="*/ 4790035 h 4977304"/>
              <a:gd name="connsiteX119" fmla="*/ 4718961 w 12217206"/>
              <a:gd name="connsiteY119" fmla="*/ 4789806 h 4977304"/>
              <a:gd name="connsiteX120" fmla="*/ 4714055 w 12217206"/>
              <a:gd name="connsiteY120" fmla="*/ 4788426 h 4977304"/>
              <a:gd name="connsiteX121" fmla="*/ 4718027 w 12217206"/>
              <a:gd name="connsiteY121" fmla="*/ 4790035 h 4977304"/>
              <a:gd name="connsiteX122" fmla="*/ 4712381 w 12217206"/>
              <a:gd name="connsiteY122" fmla="*/ 4791420 h 4977304"/>
              <a:gd name="connsiteX123" fmla="*/ 4512801 w 12217206"/>
              <a:gd name="connsiteY123" fmla="*/ 4780666 h 4977304"/>
              <a:gd name="connsiteX124" fmla="*/ 4425588 w 12217206"/>
              <a:gd name="connsiteY124" fmla="*/ 4769100 h 4977304"/>
              <a:gd name="connsiteX125" fmla="*/ 4314086 w 12217206"/>
              <a:gd name="connsiteY125" fmla="*/ 4774822 h 4977304"/>
              <a:gd name="connsiteX126" fmla="*/ 4312230 w 12217206"/>
              <a:gd name="connsiteY126" fmla="*/ 4773365 h 4977304"/>
              <a:gd name="connsiteX127" fmla="*/ 4292278 w 12217206"/>
              <a:gd name="connsiteY127" fmla="*/ 4771325 h 4977304"/>
              <a:gd name="connsiteX128" fmla="*/ 4287201 w 12217206"/>
              <a:gd name="connsiteY128" fmla="*/ 4774493 h 4977304"/>
              <a:gd name="connsiteX129" fmla="*/ 4273289 w 12217206"/>
              <a:gd name="connsiteY129" fmla="*/ 4774225 h 4977304"/>
              <a:gd name="connsiteX130" fmla="*/ 4245283 w 12217206"/>
              <a:gd name="connsiteY130" fmla="*/ 4776749 h 4977304"/>
              <a:gd name="connsiteX131" fmla="*/ 4199245 w 12217206"/>
              <a:gd name="connsiteY131" fmla="*/ 4773714 h 4977304"/>
              <a:gd name="connsiteX132" fmla="*/ 4198941 w 12217206"/>
              <a:gd name="connsiteY132" fmla="*/ 4772347 h 4977304"/>
              <a:gd name="connsiteX133" fmla="*/ 4188453 w 12217206"/>
              <a:gd name="connsiteY133" fmla="*/ 4766228 h 4977304"/>
              <a:gd name="connsiteX134" fmla="*/ 4139982 w 12217206"/>
              <a:gd name="connsiteY134" fmla="*/ 4748999 h 4977304"/>
              <a:gd name="connsiteX135" fmla="*/ 4080374 w 12217206"/>
              <a:gd name="connsiteY135" fmla="*/ 4720184 h 4977304"/>
              <a:gd name="connsiteX136" fmla="*/ 4071828 w 12217206"/>
              <a:gd name="connsiteY136" fmla="*/ 4719278 h 4977304"/>
              <a:gd name="connsiteX137" fmla="*/ 4071710 w 12217206"/>
              <a:gd name="connsiteY137" fmla="*/ 4718953 h 4977304"/>
              <a:gd name="connsiteX138" fmla="*/ 4056247 w 12217206"/>
              <a:gd name="connsiteY138" fmla="*/ 4717622 h 4977304"/>
              <a:gd name="connsiteX139" fmla="*/ 4039668 w 12217206"/>
              <a:gd name="connsiteY139" fmla="*/ 4715861 h 4977304"/>
              <a:gd name="connsiteX140" fmla="*/ 4034303 w 12217206"/>
              <a:gd name="connsiteY140" fmla="*/ 4713218 h 4977304"/>
              <a:gd name="connsiteX141" fmla="*/ 4032672 w 12217206"/>
              <a:gd name="connsiteY141" fmla="*/ 4709236 h 4977304"/>
              <a:gd name="connsiteX142" fmla="*/ 4031088 w 12217206"/>
              <a:gd name="connsiteY142" fmla="*/ 4709491 h 4977304"/>
              <a:gd name="connsiteX143" fmla="*/ 4001867 w 12217206"/>
              <a:gd name="connsiteY143" fmla="*/ 4695842 h 4977304"/>
              <a:gd name="connsiteX144" fmla="*/ 3934220 w 12217206"/>
              <a:gd name="connsiteY144" fmla="*/ 4676884 h 4977304"/>
              <a:gd name="connsiteX145" fmla="*/ 3894676 w 12217206"/>
              <a:gd name="connsiteY145" fmla="*/ 4670743 h 4977304"/>
              <a:gd name="connsiteX146" fmla="*/ 3787232 w 12217206"/>
              <a:gd name="connsiteY146" fmla="*/ 4648764 h 4977304"/>
              <a:gd name="connsiteX147" fmla="*/ 3680057 w 12217206"/>
              <a:gd name="connsiteY147" fmla="*/ 4622784 h 4977304"/>
              <a:gd name="connsiteX148" fmla="*/ 3607627 w 12217206"/>
              <a:gd name="connsiteY148" fmla="*/ 4587738 h 4977304"/>
              <a:gd name="connsiteX149" fmla="*/ 3601451 w 12217206"/>
              <a:gd name="connsiteY149" fmla="*/ 4589218 h 4977304"/>
              <a:gd name="connsiteX150" fmla="*/ 3592338 w 12217206"/>
              <a:gd name="connsiteY150" fmla="*/ 4589396 h 4977304"/>
              <a:gd name="connsiteX151" fmla="*/ 3592104 w 12217206"/>
              <a:gd name="connsiteY151" fmla="*/ 4589103 h 4977304"/>
              <a:gd name="connsiteX152" fmla="*/ 3583586 w 12217206"/>
              <a:gd name="connsiteY152" fmla="*/ 4589853 h 4977304"/>
              <a:gd name="connsiteX153" fmla="*/ 3533777 w 12217206"/>
              <a:gd name="connsiteY153" fmla="*/ 4579320 h 4977304"/>
              <a:gd name="connsiteX154" fmla="*/ 3470906 w 12217206"/>
              <a:gd name="connsiteY154" fmla="*/ 4575344 h 4977304"/>
              <a:gd name="connsiteX155" fmla="*/ 3398460 w 12217206"/>
              <a:gd name="connsiteY155" fmla="*/ 4562260 h 4977304"/>
              <a:gd name="connsiteX156" fmla="*/ 3361644 w 12217206"/>
              <a:gd name="connsiteY156" fmla="*/ 4580670 h 4977304"/>
              <a:gd name="connsiteX157" fmla="*/ 3341795 w 12217206"/>
              <a:gd name="connsiteY157" fmla="*/ 4582496 h 4977304"/>
              <a:gd name="connsiteX158" fmla="*/ 3339469 w 12217206"/>
              <a:gd name="connsiteY158" fmla="*/ 4581438 h 4977304"/>
              <a:gd name="connsiteX159" fmla="*/ 3260180 w 12217206"/>
              <a:gd name="connsiteY159" fmla="*/ 4587820 h 4977304"/>
              <a:gd name="connsiteX160" fmla="*/ 3140460 w 12217206"/>
              <a:gd name="connsiteY160" fmla="*/ 4596263 h 4977304"/>
              <a:gd name="connsiteX161" fmla="*/ 3028270 w 12217206"/>
              <a:gd name="connsiteY161" fmla="*/ 4599134 h 4977304"/>
              <a:gd name="connsiteX162" fmla="*/ 2779714 w 12217206"/>
              <a:gd name="connsiteY162" fmla="*/ 4622831 h 4977304"/>
              <a:gd name="connsiteX163" fmla="*/ 2649525 w 12217206"/>
              <a:gd name="connsiteY163" fmla="*/ 4658086 h 4977304"/>
              <a:gd name="connsiteX164" fmla="*/ 2566315 w 12217206"/>
              <a:gd name="connsiteY164" fmla="*/ 4605776 h 4977304"/>
              <a:gd name="connsiteX165" fmla="*/ 2441626 w 12217206"/>
              <a:gd name="connsiteY165" fmla="*/ 4620872 h 4977304"/>
              <a:gd name="connsiteX166" fmla="*/ 2313568 w 12217206"/>
              <a:gd name="connsiteY166" fmla="*/ 4630067 h 4977304"/>
              <a:gd name="connsiteX167" fmla="*/ 2207105 w 12217206"/>
              <a:gd name="connsiteY167" fmla="*/ 4624384 h 4977304"/>
              <a:gd name="connsiteX168" fmla="*/ 2093268 w 12217206"/>
              <a:gd name="connsiteY168" fmla="*/ 4606236 h 4977304"/>
              <a:gd name="connsiteX169" fmla="*/ 1996024 w 12217206"/>
              <a:gd name="connsiteY169" fmla="*/ 4597526 h 4977304"/>
              <a:gd name="connsiteX170" fmla="*/ 1926886 w 12217206"/>
              <a:gd name="connsiteY170" fmla="*/ 4621358 h 4977304"/>
              <a:gd name="connsiteX171" fmla="*/ 1920368 w 12217206"/>
              <a:gd name="connsiteY171" fmla="*/ 4616112 h 4977304"/>
              <a:gd name="connsiteX172" fmla="*/ 1871831 w 12217206"/>
              <a:gd name="connsiteY172" fmla="*/ 4617844 h 4977304"/>
              <a:gd name="connsiteX173" fmla="*/ 1785463 w 12217206"/>
              <a:gd name="connsiteY173" fmla="*/ 4647841 h 4977304"/>
              <a:gd name="connsiteX174" fmla="*/ 1737045 w 12217206"/>
              <a:gd name="connsiteY174" fmla="*/ 4642356 h 4977304"/>
              <a:gd name="connsiteX175" fmla="*/ 1673954 w 12217206"/>
              <a:gd name="connsiteY175" fmla="*/ 4624601 h 4977304"/>
              <a:gd name="connsiteX176" fmla="*/ 1602834 w 12217206"/>
              <a:gd name="connsiteY176" fmla="*/ 4640924 h 4977304"/>
              <a:gd name="connsiteX177" fmla="*/ 1490351 w 12217206"/>
              <a:gd name="connsiteY177" fmla="*/ 4613132 h 4977304"/>
              <a:gd name="connsiteX178" fmla="*/ 1149212 w 12217206"/>
              <a:gd name="connsiteY178" fmla="*/ 4564210 h 4977304"/>
              <a:gd name="connsiteX179" fmla="*/ 938574 w 12217206"/>
              <a:gd name="connsiteY179" fmla="*/ 4566821 h 4977304"/>
              <a:gd name="connsiteX180" fmla="*/ 857697 w 12217206"/>
              <a:gd name="connsiteY180" fmla="*/ 4525391 h 4977304"/>
              <a:gd name="connsiteX181" fmla="*/ 836981 w 12217206"/>
              <a:gd name="connsiteY181" fmla="*/ 4526708 h 4977304"/>
              <a:gd name="connsiteX182" fmla="*/ 816264 w 12217206"/>
              <a:gd name="connsiteY182" fmla="*/ 4524575 h 4977304"/>
              <a:gd name="connsiteX183" fmla="*/ 810965 w 12217206"/>
              <a:gd name="connsiteY183" fmla="*/ 4527718 h 4977304"/>
              <a:gd name="connsiteX184" fmla="*/ 796509 w 12217206"/>
              <a:gd name="connsiteY184" fmla="*/ 4527387 h 4977304"/>
              <a:gd name="connsiteX185" fmla="*/ 767389 w 12217206"/>
              <a:gd name="connsiteY185" fmla="*/ 4529784 h 4977304"/>
              <a:gd name="connsiteX186" fmla="*/ 762544 w 12217206"/>
              <a:gd name="connsiteY186" fmla="*/ 4527372 h 4977304"/>
              <a:gd name="connsiteX187" fmla="*/ 719567 w 12217206"/>
              <a:gd name="connsiteY187" fmla="*/ 4526534 h 4977304"/>
              <a:gd name="connsiteX188" fmla="*/ 719262 w 12217206"/>
              <a:gd name="connsiteY188" fmla="*/ 4525164 h 4977304"/>
              <a:gd name="connsiteX189" fmla="*/ 708402 w 12217206"/>
              <a:gd name="connsiteY189" fmla="*/ 4518999 h 4977304"/>
              <a:gd name="connsiteX190" fmla="*/ 596394 w 12217206"/>
              <a:gd name="connsiteY190" fmla="*/ 4472455 h 4977304"/>
              <a:gd name="connsiteX191" fmla="*/ 578149 w 12217206"/>
              <a:gd name="connsiteY191" fmla="*/ 4469575 h 4977304"/>
              <a:gd name="connsiteX192" fmla="*/ 571336 w 12217206"/>
              <a:gd name="connsiteY192" fmla="*/ 4469781 h 4977304"/>
              <a:gd name="connsiteX193" fmla="*/ 444802 w 12217206"/>
              <a:gd name="connsiteY193" fmla="*/ 4428480 h 4977304"/>
              <a:gd name="connsiteX194" fmla="*/ 403746 w 12217206"/>
              <a:gd name="connsiteY194" fmla="*/ 4422157 h 4977304"/>
              <a:gd name="connsiteX195" fmla="*/ 292240 w 12217206"/>
              <a:gd name="connsiteY195" fmla="*/ 4399681 h 4977304"/>
              <a:gd name="connsiteX196" fmla="*/ 118302 w 12217206"/>
              <a:gd name="connsiteY196" fmla="*/ 4343421 h 4977304"/>
              <a:gd name="connsiteX197" fmla="*/ 15516 w 12217206"/>
              <a:gd name="connsiteY197" fmla="*/ 4340320 h 4977304"/>
              <a:gd name="connsiteX198" fmla="*/ 2 w 12217206"/>
              <a:gd name="connsiteY198" fmla="*/ 4334381 h 4977304"/>
              <a:gd name="connsiteX199" fmla="*/ 2 w 12217206"/>
              <a:gd name="connsiteY199" fmla="*/ 3589361 h 4977304"/>
              <a:gd name="connsiteX200" fmla="*/ 0 w 12217206"/>
              <a:gd name="connsiteY200" fmla="*/ 3589361 h 4977304"/>
              <a:gd name="connsiteX201" fmla="*/ 0 w 12217206"/>
              <a:gd name="connsiteY201" fmla="*/ 3513036 h 4977304"/>
              <a:gd name="connsiteX202" fmla="*/ 0 w 12217206"/>
              <a:gd name="connsiteY202" fmla="*/ 2672265 h 4977304"/>
              <a:gd name="connsiteX203" fmla="*/ 0 w 12217206"/>
              <a:gd name="connsiteY203" fmla="*/ 0 h 4977304"/>
              <a:gd name="connsiteX0" fmla="*/ 0 w 12217206"/>
              <a:gd name="connsiteY0" fmla="*/ 0 h 4977304"/>
              <a:gd name="connsiteX1" fmla="*/ 12192000 w 12217206"/>
              <a:gd name="connsiteY1" fmla="*/ 0 h 4977304"/>
              <a:gd name="connsiteX2" fmla="*/ 12192000 w 12217206"/>
              <a:gd name="connsiteY2" fmla="*/ 2726958 h 4977304"/>
              <a:gd name="connsiteX3" fmla="*/ 12217206 w 12217206"/>
              <a:gd name="connsiteY3" fmla="*/ 2896463 h 4977304"/>
              <a:gd name="connsiteX4" fmla="*/ 12198158 w 12217206"/>
              <a:gd name="connsiteY4" fmla="*/ 3664565 h 4977304"/>
              <a:gd name="connsiteX5" fmla="*/ 12132764 w 12217206"/>
              <a:gd name="connsiteY5" fmla="*/ 3748492 h 4977304"/>
              <a:gd name="connsiteX6" fmla="*/ 12053056 w 12217206"/>
              <a:gd name="connsiteY6" fmla="*/ 3749753 h 4977304"/>
              <a:gd name="connsiteX7" fmla="*/ 11938513 w 12217206"/>
              <a:gd name="connsiteY7" fmla="*/ 3754367 h 4977304"/>
              <a:gd name="connsiteX8" fmla="*/ 11853342 w 12217206"/>
              <a:gd name="connsiteY8" fmla="*/ 3782688 h 4977304"/>
              <a:gd name="connsiteX9" fmla="*/ 11704569 w 12217206"/>
              <a:gd name="connsiteY9" fmla="*/ 3839336 h 4977304"/>
              <a:gd name="connsiteX10" fmla="*/ 11577641 w 12217206"/>
              <a:gd name="connsiteY10" fmla="*/ 3885996 h 4977304"/>
              <a:gd name="connsiteX11" fmla="*/ 11508791 w 12217206"/>
              <a:gd name="connsiteY11" fmla="*/ 3969283 h 4977304"/>
              <a:gd name="connsiteX12" fmla="*/ 11388373 w 12217206"/>
              <a:gd name="connsiteY12" fmla="*/ 4027440 h 4977304"/>
              <a:gd name="connsiteX13" fmla="*/ 11276406 w 12217206"/>
              <a:gd name="connsiteY13" fmla="*/ 4056099 h 4977304"/>
              <a:gd name="connsiteX14" fmla="*/ 11190251 w 12217206"/>
              <a:gd name="connsiteY14" fmla="*/ 4073272 h 4977304"/>
              <a:gd name="connsiteX15" fmla="*/ 11139995 w 12217206"/>
              <a:gd name="connsiteY15" fmla="*/ 4081811 h 4977304"/>
              <a:gd name="connsiteX16" fmla="*/ 11040727 w 12217206"/>
              <a:gd name="connsiteY16" fmla="*/ 4081109 h 4977304"/>
              <a:gd name="connsiteX17" fmla="*/ 10969005 w 12217206"/>
              <a:gd name="connsiteY17" fmla="*/ 4091154 h 4977304"/>
              <a:gd name="connsiteX18" fmla="*/ 10899772 w 12217206"/>
              <a:gd name="connsiteY18" fmla="*/ 4122857 h 4977304"/>
              <a:gd name="connsiteX19" fmla="*/ 10838983 w 12217206"/>
              <a:gd name="connsiteY19" fmla="*/ 4155791 h 4977304"/>
              <a:gd name="connsiteX20" fmla="*/ 10769520 w 12217206"/>
              <a:gd name="connsiteY20" fmla="*/ 4198574 h 4977304"/>
              <a:gd name="connsiteX21" fmla="*/ 10570843 w 12217206"/>
              <a:gd name="connsiteY21" fmla="*/ 4255424 h 4977304"/>
              <a:gd name="connsiteX22" fmla="*/ 10512263 w 12217206"/>
              <a:gd name="connsiteY22" fmla="*/ 4291698 h 4977304"/>
              <a:gd name="connsiteX23" fmla="*/ 10439016 w 12217206"/>
              <a:gd name="connsiteY23" fmla="*/ 4293933 h 4977304"/>
              <a:gd name="connsiteX24" fmla="*/ 10376941 w 12217206"/>
              <a:gd name="connsiteY24" fmla="*/ 4298111 h 4977304"/>
              <a:gd name="connsiteX25" fmla="*/ 10329960 w 12217206"/>
              <a:gd name="connsiteY25" fmla="*/ 4298774 h 4977304"/>
              <a:gd name="connsiteX26" fmla="*/ 10254256 w 12217206"/>
              <a:gd name="connsiteY26" fmla="*/ 4309364 h 4977304"/>
              <a:gd name="connsiteX27" fmla="*/ 10119745 w 12217206"/>
              <a:gd name="connsiteY27" fmla="*/ 4321869 h 4977304"/>
              <a:gd name="connsiteX28" fmla="*/ 10075444 w 12217206"/>
              <a:gd name="connsiteY28" fmla="*/ 4324144 h 4977304"/>
              <a:gd name="connsiteX29" fmla="*/ 10032543 w 12217206"/>
              <a:gd name="connsiteY29" fmla="*/ 4322337 h 4977304"/>
              <a:gd name="connsiteX30" fmla="*/ 9953375 w 12217206"/>
              <a:gd name="connsiteY30" fmla="*/ 4339186 h 4977304"/>
              <a:gd name="connsiteX31" fmla="*/ 9841223 w 12217206"/>
              <a:gd name="connsiteY31" fmla="*/ 4346536 h 4977304"/>
              <a:gd name="connsiteX32" fmla="*/ 9721820 w 12217206"/>
              <a:gd name="connsiteY32" fmla="*/ 4368481 h 4977304"/>
              <a:gd name="connsiteX33" fmla="*/ 9578114 w 12217206"/>
              <a:gd name="connsiteY33" fmla="*/ 4380883 h 4977304"/>
              <a:gd name="connsiteX34" fmla="*/ 9336820 w 12217206"/>
              <a:gd name="connsiteY34" fmla="*/ 4430514 h 4977304"/>
              <a:gd name="connsiteX35" fmla="*/ 9272837 w 12217206"/>
              <a:gd name="connsiteY35" fmla="*/ 4491645 h 4977304"/>
              <a:gd name="connsiteX36" fmla="*/ 9188677 w 12217206"/>
              <a:gd name="connsiteY36" fmla="*/ 4497828 h 4977304"/>
              <a:gd name="connsiteX37" fmla="*/ 9183116 w 12217206"/>
              <a:gd name="connsiteY37" fmla="*/ 4507862 h 4977304"/>
              <a:gd name="connsiteX38" fmla="*/ 9145128 w 12217206"/>
              <a:gd name="connsiteY38" fmla="*/ 4520027 h 4977304"/>
              <a:gd name="connsiteX39" fmla="*/ 9144106 w 12217206"/>
              <a:gd name="connsiteY39" fmla="*/ 4518870 h 4977304"/>
              <a:gd name="connsiteX40" fmla="*/ 9131223 w 12217206"/>
              <a:gd name="connsiteY40" fmla="*/ 4516515 h 4977304"/>
              <a:gd name="connsiteX41" fmla="*/ 9107733 w 12217206"/>
              <a:gd name="connsiteY41" fmla="*/ 4515031 h 4977304"/>
              <a:gd name="connsiteX42" fmla="*/ 9047414 w 12217206"/>
              <a:gd name="connsiteY42" fmla="*/ 4506003 h 4977304"/>
              <a:gd name="connsiteX43" fmla="*/ 8999479 w 12217206"/>
              <a:gd name="connsiteY43" fmla="*/ 4509570 h 4977304"/>
              <a:gd name="connsiteX44" fmla="*/ 8999194 w 12217206"/>
              <a:gd name="connsiteY44" fmla="*/ 4509309 h 4977304"/>
              <a:gd name="connsiteX45" fmla="*/ 8990231 w 12217206"/>
              <a:gd name="connsiteY45" fmla="*/ 4510625 h 4977304"/>
              <a:gd name="connsiteX46" fmla="*/ 8984397 w 12217206"/>
              <a:gd name="connsiteY46" fmla="*/ 4512863 h 4977304"/>
              <a:gd name="connsiteX47" fmla="*/ 8968351 w 12217206"/>
              <a:gd name="connsiteY47" fmla="*/ 4516366 h 4977304"/>
              <a:gd name="connsiteX48" fmla="*/ 8962029 w 12217206"/>
              <a:gd name="connsiteY48" fmla="*/ 4515606 h 4977304"/>
              <a:gd name="connsiteX49" fmla="*/ 8957069 w 12217206"/>
              <a:gd name="connsiteY49" fmla="*/ 4513190 h 4977304"/>
              <a:gd name="connsiteX50" fmla="*/ 8889695 w 12217206"/>
              <a:gd name="connsiteY50" fmla="*/ 4533539 h 4977304"/>
              <a:gd name="connsiteX51" fmla="*/ 8746606 w 12217206"/>
              <a:gd name="connsiteY51" fmla="*/ 4530613 h 4977304"/>
              <a:gd name="connsiteX52" fmla="*/ 8702038 w 12217206"/>
              <a:gd name="connsiteY52" fmla="*/ 4532895 h 4977304"/>
              <a:gd name="connsiteX53" fmla="*/ 8590337 w 12217206"/>
              <a:gd name="connsiteY53" fmla="*/ 4542204 h 4977304"/>
              <a:gd name="connsiteX54" fmla="*/ 8519543 w 12217206"/>
              <a:gd name="connsiteY54" fmla="*/ 4526086 h 4977304"/>
              <a:gd name="connsiteX55" fmla="*/ 8505306 w 12217206"/>
              <a:gd name="connsiteY55" fmla="*/ 4532509 h 4977304"/>
              <a:gd name="connsiteX56" fmla="*/ 8500493 w 12217206"/>
              <a:gd name="connsiteY56" fmla="*/ 4535768 h 4977304"/>
              <a:gd name="connsiteX57" fmla="*/ 8492299 w 12217206"/>
              <a:gd name="connsiteY57" fmla="*/ 4538742 h 4977304"/>
              <a:gd name="connsiteX58" fmla="*/ 8491926 w 12217206"/>
              <a:gd name="connsiteY58" fmla="*/ 4538547 h 4977304"/>
              <a:gd name="connsiteX59" fmla="*/ 8484586 w 12217206"/>
              <a:gd name="connsiteY59" fmla="*/ 4541860 h 4977304"/>
              <a:gd name="connsiteX60" fmla="*/ 8361601 w 12217206"/>
              <a:gd name="connsiteY60" fmla="*/ 4557109 h 4977304"/>
              <a:gd name="connsiteX61" fmla="*/ 8348227 w 12217206"/>
              <a:gd name="connsiteY61" fmla="*/ 4557320 h 4977304"/>
              <a:gd name="connsiteX62" fmla="*/ 8346801 w 12217206"/>
              <a:gd name="connsiteY62" fmla="*/ 4556408 h 4977304"/>
              <a:gd name="connsiteX63" fmla="*/ 8308886 w 12217206"/>
              <a:gd name="connsiteY63" fmla="*/ 4575677 h 4977304"/>
              <a:gd name="connsiteX64" fmla="*/ 8289640 w 12217206"/>
              <a:gd name="connsiteY64" fmla="*/ 4590767 h 4977304"/>
              <a:gd name="connsiteX65" fmla="*/ 8278750 w 12217206"/>
              <a:gd name="connsiteY65" fmla="*/ 4597091 h 4977304"/>
              <a:gd name="connsiteX66" fmla="*/ 8277624 w 12217206"/>
              <a:gd name="connsiteY66" fmla="*/ 4601916 h 4977304"/>
              <a:gd name="connsiteX67" fmla="*/ 8260561 w 12217206"/>
              <a:gd name="connsiteY67" fmla="*/ 4609708 h 4977304"/>
              <a:gd name="connsiteX68" fmla="*/ 8257864 w 12217206"/>
              <a:gd name="connsiteY68" fmla="*/ 4609458 h 4977304"/>
              <a:gd name="connsiteX69" fmla="*/ 8246529 w 12217206"/>
              <a:gd name="connsiteY69" fmla="*/ 4620148 h 4977304"/>
              <a:gd name="connsiteX70" fmla="*/ 8240334 w 12217206"/>
              <a:gd name="connsiteY70" fmla="*/ 4634257 h 4977304"/>
              <a:gd name="connsiteX71" fmla="*/ 8084875 w 12217206"/>
              <a:gd name="connsiteY71" fmla="*/ 4684387 h 4977304"/>
              <a:gd name="connsiteX72" fmla="*/ 7900134 w 12217206"/>
              <a:gd name="connsiteY72" fmla="*/ 4729969 h 4977304"/>
              <a:gd name="connsiteX73" fmla="*/ 7713595 w 12217206"/>
              <a:gd name="connsiteY73" fmla="*/ 4757895 h 4977304"/>
              <a:gd name="connsiteX74" fmla="*/ 7609267 w 12217206"/>
              <a:gd name="connsiteY74" fmla="*/ 4754126 h 4977304"/>
              <a:gd name="connsiteX75" fmla="*/ 7522521 w 12217206"/>
              <a:gd name="connsiteY75" fmla="*/ 4760455 h 4977304"/>
              <a:gd name="connsiteX76" fmla="*/ 7514554 w 12217206"/>
              <a:gd name="connsiteY76" fmla="*/ 4763228 h 4977304"/>
              <a:gd name="connsiteX77" fmla="*/ 7502403 w 12217206"/>
              <a:gd name="connsiteY77" fmla="*/ 4764677 h 4977304"/>
              <a:gd name="connsiteX78" fmla="*/ 7502032 w 12217206"/>
              <a:gd name="connsiteY78" fmla="*/ 4764322 h 4977304"/>
              <a:gd name="connsiteX79" fmla="*/ 7490794 w 12217206"/>
              <a:gd name="connsiteY79" fmla="*/ 4766442 h 4977304"/>
              <a:gd name="connsiteX80" fmla="*/ 7400450 w 12217206"/>
              <a:gd name="connsiteY80" fmla="*/ 4757640 h 4977304"/>
              <a:gd name="connsiteX81" fmla="*/ 7307302 w 12217206"/>
              <a:gd name="connsiteY81" fmla="*/ 4747220 h 4977304"/>
              <a:gd name="connsiteX82" fmla="*/ 7305976 w 12217206"/>
              <a:gd name="connsiteY82" fmla="*/ 4745654 h 4977304"/>
              <a:gd name="connsiteX83" fmla="*/ 7213744 w 12217206"/>
              <a:gd name="connsiteY83" fmla="*/ 4773074 h 4977304"/>
              <a:gd name="connsiteX84" fmla="*/ 7196298 w 12217206"/>
              <a:gd name="connsiteY84" fmla="*/ 4778016 h 4977304"/>
              <a:gd name="connsiteX85" fmla="*/ 7192202 w 12217206"/>
              <a:gd name="connsiteY85" fmla="*/ 4783834 h 4977304"/>
              <a:gd name="connsiteX86" fmla="*/ 7166024 w 12217206"/>
              <a:gd name="connsiteY86" fmla="*/ 4788882 h 4977304"/>
              <a:gd name="connsiteX87" fmla="*/ 7092253 w 12217206"/>
              <a:gd name="connsiteY87" fmla="*/ 4802161 h 4977304"/>
              <a:gd name="connsiteX88" fmla="*/ 7013814 w 12217206"/>
              <a:gd name="connsiteY88" fmla="*/ 4801755 h 4977304"/>
              <a:gd name="connsiteX89" fmla="*/ 6899540 w 12217206"/>
              <a:gd name="connsiteY89" fmla="*/ 4833798 h 4977304"/>
              <a:gd name="connsiteX90" fmla="*/ 6703746 w 12217206"/>
              <a:gd name="connsiteY90" fmla="*/ 4864157 h 4977304"/>
              <a:gd name="connsiteX91" fmla="*/ 6545085 w 12217206"/>
              <a:gd name="connsiteY91" fmla="*/ 4895408 h 4977304"/>
              <a:gd name="connsiteX92" fmla="*/ 6313345 w 12217206"/>
              <a:gd name="connsiteY92" fmla="*/ 4946232 h 4977304"/>
              <a:gd name="connsiteX93" fmla="*/ 6164558 w 12217206"/>
              <a:gd name="connsiteY93" fmla="*/ 4948498 h 4977304"/>
              <a:gd name="connsiteX94" fmla="*/ 6069796 w 12217206"/>
              <a:gd name="connsiteY94" fmla="*/ 4970720 h 4977304"/>
              <a:gd name="connsiteX95" fmla="*/ 6064481 w 12217206"/>
              <a:gd name="connsiteY95" fmla="*/ 4969051 h 4977304"/>
              <a:gd name="connsiteX96" fmla="*/ 6044602 w 12217206"/>
              <a:gd name="connsiteY96" fmla="*/ 4969792 h 4977304"/>
              <a:gd name="connsiteX97" fmla="*/ 6037252 w 12217206"/>
              <a:gd name="connsiteY97" fmla="*/ 4960726 h 4977304"/>
              <a:gd name="connsiteX98" fmla="*/ 6006081 w 12217206"/>
              <a:gd name="connsiteY98" fmla="*/ 4955195 h 4977304"/>
              <a:gd name="connsiteX99" fmla="*/ 5920065 w 12217206"/>
              <a:gd name="connsiteY99" fmla="*/ 4944866 h 4977304"/>
              <a:gd name="connsiteX100" fmla="*/ 5755077 w 12217206"/>
              <a:gd name="connsiteY100" fmla="*/ 4976193 h 4977304"/>
              <a:gd name="connsiteX101" fmla="*/ 5623207 w 12217206"/>
              <a:gd name="connsiteY101" fmla="*/ 4977304 h 4977304"/>
              <a:gd name="connsiteX102" fmla="*/ 5467256 w 12217206"/>
              <a:gd name="connsiteY102" fmla="*/ 4962079 h 4977304"/>
              <a:gd name="connsiteX103" fmla="*/ 5429137 w 12217206"/>
              <a:gd name="connsiteY103" fmla="*/ 4949858 h 4977304"/>
              <a:gd name="connsiteX104" fmla="*/ 5378078 w 12217206"/>
              <a:gd name="connsiteY104" fmla="*/ 4930634 h 4977304"/>
              <a:gd name="connsiteX105" fmla="*/ 5258253 w 12217206"/>
              <a:gd name="connsiteY105" fmla="*/ 4908461 h 4977304"/>
              <a:gd name="connsiteX106" fmla="*/ 5219477 w 12217206"/>
              <a:gd name="connsiteY106" fmla="*/ 4896381 h 4977304"/>
              <a:gd name="connsiteX107" fmla="*/ 5171208 w 12217206"/>
              <a:gd name="connsiteY107" fmla="*/ 4893134 h 4977304"/>
              <a:gd name="connsiteX108" fmla="*/ 5153115 w 12217206"/>
              <a:gd name="connsiteY108" fmla="*/ 4885290 h 4977304"/>
              <a:gd name="connsiteX109" fmla="*/ 5139168 w 12217206"/>
              <a:gd name="connsiteY109" fmla="*/ 4881597 h 4977304"/>
              <a:gd name="connsiteX110" fmla="*/ 5136167 w 12217206"/>
              <a:gd name="connsiteY110" fmla="*/ 4879315 h 4977304"/>
              <a:gd name="connsiteX111" fmla="*/ 5118243 w 12217206"/>
              <a:gd name="connsiteY111" fmla="*/ 4867529 h 4977304"/>
              <a:gd name="connsiteX112" fmla="*/ 5062411 w 12217206"/>
              <a:gd name="connsiteY112" fmla="*/ 4874665 h 4977304"/>
              <a:gd name="connsiteX113" fmla="*/ 5008170 w 12217206"/>
              <a:gd name="connsiteY113" fmla="*/ 4856876 h 4977304"/>
              <a:gd name="connsiteX114" fmla="*/ 4837210 w 12217206"/>
              <a:gd name="connsiteY114" fmla="*/ 4830794 h 4977304"/>
              <a:gd name="connsiteX115" fmla="*/ 4759270 w 12217206"/>
              <a:gd name="connsiteY115" fmla="*/ 4800638 h 4977304"/>
              <a:gd name="connsiteX116" fmla="*/ 4720035 w 12217206"/>
              <a:gd name="connsiteY116" fmla="*/ 4790848 h 4977304"/>
              <a:gd name="connsiteX117" fmla="*/ 4718027 w 12217206"/>
              <a:gd name="connsiteY117" fmla="*/ 4790035 h 4977304"/>
              <a:gd name="connsiteX118" fmla="*/ 4718961 w 12217206"/>
              <a:gd name="connsiteY118" fmla="*/ 4789806 h 4977304"/>
              <a:gd name="connsiteX119" fmla="*/ 4714055 w 12217206"/>
              <a:gd name="connsiteY119" fmla="*/ 4788426 h 4977304"/>
              <a:gd name="connsiteX120" fmla="*/ 4718027 w 12217206"/>
              <a:gd name="connsiteY120" fmla="*/ 4790035 h 4977304"/>
              <a:gd name="connsiteX121" fmla="*/ 4712381 w 12217206"/>
              <a:gd name="connsiteY121" fmla="*/ 4791420 h 4977304"/>
              <a:gd name="connsiteX122" fmla="*/ 4512801 w 12217206"/>
              <a:gd name="connsiteY122" fmla="*/ 4780666 h 4977304"/>
              <a:gd name="connsiteX123" fmla="*/ 4425588 w 12217206"/>
              <a:gd name="connsiteY123" fmla="*/ 4769100 h 4977304"/>
              <a:gd name="connsiteX124" fmla="*/ 4314086 w 12217206"/>
              <a:gd name="connsiteY124" fmla="*/ 4774822 h 4977304"/>
              <a:gd name="connsiteX125" fmla="*/ 4312230 w 12217206"/>
              <a:gd name="connsiteY125" fmla="*/ 4773365 h 4977304"/>
              <a:gd name="connsiteX126" fmla="*/ 4292278 w 12217206"/>
              <a:gd name="connsiteY126" fmla="*/ 4771325 h 4977304"/>
              <a:gd name="connsiteX127" fmla="*/ 4287201 w 12217206"/>
              <a:gd name="connsiteY127" fmla="*/ 4774493 h 4977304"/>
              <a:gd name="connsiteX128" fmla="*/ 4273289 w 12217206"/>
              <a:gd name="connsiteY128" fmla="*/ 4774225 h 4977304"/>
              <a:gd name="connsiteX129" fmla="*/ 4245283 w 12217206"/>
              <a:gd name="connsiteY129" fmla="*/ 4776749 h 4977304"/>
              <a:gd name="connsiteX130" fmla="*/ 4199245 w 12217206"/>
              <a:gd name="connsiteY130" fmla="*/ 4773714 h 4977304"/>
              <a:gd name="connsiteX131" fmla="*/ 4198941 w 12217206"/>
              <a:gd name="connsiteY131" fmla="*/ 4772347 h 4977304"/>
              <a:gd name="connsiteX132" fmla="*/ 4188453 w 12217206"/>
              <a:gd name="connsiteY132" fmla="*/ 4766228 h 4977304"/>
              <a:gd name="connsiteX133" fmla="*/ 4139982 w 12217206"/>
              <a:gd name="connsiteY133" fmla="*/ 4748999 h 4977304"/>
              <a:gd name="connsiteX134" fmla="*/ 4080374 w 12217206"/>
              <a:gd name="connsiteY134" fmla="*/ 4720184 h 4977304"/>
              <a:gd name="connsiteX135" fmla="*/ 4071828 w 12217206"/>
              <a:gd name="connsiteY135" fmla="*/ 4719278 h 4977304"/>
              <a:gd name="connsiteX136" fmla="*/ 4071710 w 12217206"/>
              <a:gd name="connsiteY136" fmla="*/ 4718953 h 4977304"/>
              <a:gd name="connsiteX137" fmla="*/ 4056247 w 12217206"/>
              <a:gd name="connsiteY137" fmla="*/ 4717622 h 4977304"/>
              <a:gd name="connsiteX138" fmla="*/ 4039668 w 12217206"/>
              <a:gd name="connsiteY138" fmla="*/ 4715861 h 4977304"/>
              <a:gd name="connsiteX139" fmla="*/ 4034303 w 12217206"/>
              <a:gd name="connsiteY139" fmla="*/ 4713218 h 4977304"/>
              <a:gd name="connsiteX140" fmla="*/ 4032672 w 12217206"/>
              <a:gd name="connsiteY140" fmla="*/ 4709236 h 4977304"/>
              <a:gd name="connsiteX141" fmla="*/ 4031088 w 12217206"/>
              <a:gd name="connsiteY141" fmla="*/ 4709491 h 4977304"/>
              <a:gd name="connsiteX142" fmla="*/ 4001867 w 12217206"/>
              <a:gd name="connsiteY142" fmla="*/ 4695842 h 4977304"/>
              <a:gd name="connsiteX143" fmla="*/ 3934220 w 12217206"/>
              <a:gd name="connsiteY143" fmla="*/ 4676884 h 4977304"/>
              <a:gd name="connsiteX144" fmla="*/ 3894676 w 12217206"/>
              <a:gd name="connsiteY144" fmla="*/ 4670743 h 4977304"/>
              <a:gd name="connsiteX145" fmla="*/ 3787232 w 12217206"/>
              <a:gd name="connsiteY145" fmla="*/ 4648764 h 4977304"/>
              <a:gd name="connsiteX146" fmla="*/ 3680057 w 12217206"/>
              <a:gd name="connsiteY146" fmla="*/ 4622784 h 4977304"/>
              <a:gd name="connsiteX147" fmla="*/ 3607627 w 12217206"/>
              <a:gd name="connsiteY147" fmla="*/ 4587738 h 4977304"/>
              <a:gd name="connsiteX148" fmla="*/ 3601451 w 12217206"/>
              <a:gd name="connsiteY148" fmla="*/ 4589218 h 4977304"/>
              <a:gd name="connsiteX149" fmla="*/ 3592338 w 12217206"/>
              <a:gd name="connsiteY149" fmla="*/ 4589396 h 4977304"/>
              <a:gd name="connsiteX150" fmla="*/ 3592104 w 12217206"/>
              <a:gd name="connsiteY150" fmla="*/ 4589103 h 4977304"/>
              <a:gd name="connsiteX151" fmla="*/ 3583586 w 12217206"/>
              <a:gd name="connsiteY151" fmla="*/ 4589853 h 4977304"/>
              <a:gd name="connsiteX152" fmla="*/ 3533777 w 12217206"/>
              <a:gd name="connsiteY152" fmla="*/ 4579320 h 4977304"/>
              <a:gd name="connsiteX153" fmla="*/ 3470906 w 12217206"/>
              <a:gd name="connsiteY153" fmla="*/ 4575344 h 4977304"/>
              <a:gd name="connsiteX154" fmla="*/ 3398460 w 12217206"/>
              <a:gd name="connsiteY154" fmla="*/ 4562260 h 4977304"/>
              <a:gd name="connsiteX155" fmla="*/ 3361644 w 12217206"/>
              <a:gd name="connsiteY155" fmla="*/ 4580670 h 4977304"/>
              <a:gd name="connsiteX156" fmla="*/ 3341795 w 12217206"/>
              <a:gd name="connsiteY156" fmla="*/ 4582496 h 4977304"/>
              <a:gd name="connsiteX157" fmla="*/ 3339469 w 12217206"/>
              <a:gd name="connsiteY157" fmla="*/ 4581438 h 4977304"/>
              <a:gd name="connsiteX158" fmla="*/ 3260180 w 12217206"/>
              <a:gd name="connsiteY158" fmla="*/ 4587820 h 4977304"/>
              <a:gd name="connsiteX159" fmla="*/ 3140460 w 12217206"/>
              <a:gd name="connsiteY159" fmla="*/ 4596263 h 4977304"/>
              <a:gd name="connsiteX160" fmla="*/ 3028270 w 12217206"/>
              <a:gd name="connsiteY160" fmla="*/ 4599134 h 4977304"/>
              <a:gd name="connsiteX161" fmla="*/ 2779714 w 12217206"/>
              <a:gd name="connsiteY161" fmla="*/ 4622831 h 4977304"/>
              <a:gd name="connsiteX162" fmla="*/ 2649525 w 12217206"/>
              <a:gd name="connsiteY162" fmla="*/ 4658086 h 4977304"/>
              <a:gd name="connsiteX163" fmla="*/ 2566315 w 12217206"/>
              <a:gd name="connsiteY163" fmla="*/ 4605776 h 4977304"/>
              <a:gd name="connsiteX164" fmla="*/ 2441626 w 12217206"/>
              <a:gd name="connsiteY164" fmla="*/ 4620872 h 4977304"/>
              <a:gd name="connsiteX165" fmla="*/ 2313568 w 12217206"/>
              <a:gd name="connsiteY165" fmla="*/ 4630067 h 4977304"/>
              <a:gd name="connsiteX166" fmla="*/ 2207105 w 12217206"/>
              <a:gd name="connsiteY166" fmla="*/ 4624384 h 4977304"/>
              <a:gd name="connsiteX167" fmla="*/ 2093268 w 12217206"/>
              <a:gd name="connsiteY167" fmla="*/ 4606236 h 4977304"/>
              <a:gd name="connsiteX168" fmla="*/ 1996024 w 12217206"/>
              <a:gd name="connsiteY168" fmla="*/ 4597526 h 4977304"/>
              <a:gd name="connsiteX169" fmla="*/ 1926886 w 12217206"/>
              <a:gd name="connsiteY169" fmla="*/ 4621358 h 4977304"/>
              <a:gd name="connsiteX170" fmla="*/ 1920368 w 12217206"/>
              <a:gd name="connsiteY170" fmla="*/ 4616112 h 4977304"/>
              <a:gd name="connsiteX171" fmla="*/ 1871831 w 12217206"/>
              <a:gd name="connsiteY171" fmla="*/ 4617844 h 4977304"/>
              <a:gd name="connsiteX172" fmla="*/ 1785463 w 12217206"/>
              <a:gd name="connsiteY172" fmla="*/ 4647841 h 4977304"/>
              <a:gd name="connsiteX173" fmla="*/ 1737045 w 12217206"/>
              <a:gd name="connsiteY173" fmla="*/ 4642356 h 4977304"/>
              <a:gd name="connsiteX174" fmla="*/ 1673954 w 12217206"/>
              <a:gd name="connsiteY174" fmla="*/ 4624601 h 4977304"/>
              <a:gd name="connsiteX175" fmla="*/ 1602834 w 12217206"/>
              <a:gd name="connsiteY175" fmla="*/ 4640924 h 4977304"/>
              <a:gd name="connsiteX176" fmla="*/ 1490351 w 12217206"/>
              <a:gd name="connsiteY176" fmla="*/ 4613132 h 4977304"/>
              <a:gd name="connsiteX177" fmla="*/ 1149212 w 12217206"/>
              <a:gd name="connsiteY177" fmla="*/ 4564210 h 4977304"/>
              <a:gd name="connsiteX178" fmla="*/ 938574 w 12217206"/>
              <a:gd name="connsiteY178" fmla="*/ 4566821 h 4977304"/>
              <a:gd name="connsiteX179" fmla="*/ 857697 w 12217206"/>
              <a:gd name="connsiteY179" fmla="*/ 4525391 h 4977304"/>
              <a:gd name="connsiteX180" fmla="*/ 836981 w 12217206"/>
              <a:gd name="connsiteY180" fmla="*/ 4526708 h 4977304"/>
              <a:gd name="connsiteX181" fmla="*/ 816264 w 12217206"/>
              <a:gd name="connsiteY181" fmla="*/ 4524575 h 4977304"/>
              <a:gd name="connsiteX182" fmla="*/ 810965 w 12217206"/>
              <a:gd name="connsiteY182" fmla="*/ 4527718 h 4977304"/>
              <a:gd name="connsiteX183" fmla="*/ 796509 w 12217206"/>
              <a:gd name="connsiteY183" fmla="*/ 4527387 h 4977304"/>
              <a:gd name="connsiteX184" fmla="*/ 767389 w 12217206"/>
              <a:gd name="connsiteY184" fmla="*/ 4529784 h 4977304"/>
              <a:gd name="connsiteX185" fmla="*/ 762544 w 12217206"/>
              <a:gd name="connsiteY185" fmla="*/ 4527372 h 4977304"/>
              <a:gd name="connsiteX186" fmla="*/ 719567 w 12217206"/>
              <a:gd name="connsiteY186" fmla="*/ 4526534 h 4977304"/>
              <a:gd name="connsiteX187" fmla="*/ 719262 w 12217206"/>
              <a:gd name="connsiteY187" fmla="*/ 4525164 h 4977304"/>
              <a:gd name="connsiteX188" fmla="*/ 708402 w 12217206"/>
              <a:gd name="connsiteY188" fmla="*/ 4518999 h 4977304"/>
              <a:gd name="connsiteX189" fmla="*/ 596394 w 12217206"/>
              <a:gd name="connsiteY189" fmla="*/ 4472455 h 4977304"/>
              <a:gd name="connsiteX190" fmla="*/ 578149 w 12217206"/>
              <a:gd name="connsiteY190" fmla="*/ 4469575 h 4977304"/>
              <a:gd name="connsiteX191" fmla="*/ 571336 w 12217206"/>
              <a:gd name="connsiteY191" fmla="*/ 4469781 h 4977304"/>
              <a:gd name="connsiteX192" fmla="*/ 444802 w 12217206"/>
              <a:gd name="connsiteY192" fmla="*/ 4428480 h 4977304"/>
              <a:gd name="connsiteX193" fmla="*/ 403746 w 12217206"/>
              <a:gd name="connsiteY193" fmla="*/ 4422157 h 4977304"/>
              <a:gd name="connsiteX194" fmla="*/ 292240 w 12217206"/>
              <a:gd name="connsiteY194" fmla="*/ 4399681 h 4977304"/>
              <a:gd name="connsiteX195" fmla="*/ 118302 w 12217206"/>
              <a:gd name="connsiteY195" fmla="*/ 4343421 h 4977304"/>
              <a:gd name="connsiteX196" fmla="*/ 15516 w 12217206"/>
              <a:gd name="connsiteY196" fmla="*/ 4340320 h 4977304"/>
              <a:gd name="connsiteX197" fmla="*/ 2 w 12217206"/>
              <a:gd name="connsiteY197" fmla="*/ 4334381 h 4977304"/>
              <a:gd name="connsiteX198" fmla="*/ 2 w 12217206"/>
              <a:gd name="connsiteY198" fmla="*/ 3589361 h 4977304"/>
              <a:gd name="connsiteX199" fmla="*/ 0 w 12217206"/>
              <a:gd name="connsiteY199" fmla="*/ 3589361 h 4977304"/>
              <a:gd name="connsiteX200" fmla="*/ 0 w 12217206"/>
              <a:gd name="connsiteY200" fmla="*/ 3513036 h 4977304"/>
              <a:gd name="connsiteX201" fmla="*/ 0 w 12217206"/>
              <a:gd name="connsiteY201" fmla="*/ 2672265 h 4977304"/>
              <a:gd name="connsiteX202" fmla="*/ 0 w 12217206"/>
              <a:gd name="connsiteY202" fmla="*/ 0 h 4977304"/>
              <a:gd name="connsiteX0" fmla="*/ 0 w 12198158"/>
              <a:gd name="connsiteY0" fmla="*/ 0 h 4977304"/>
              <a:gd name="connsiteX1" fmla="*/ 12192000 w 12198158"/>
              <a:gd name="connsiteY1" fmla="*/ 0 h 4977304"/>
              <a:gd name="connsiteX2" fmla="*/ 12192000 w 12198158"/>
              <a:gd name="connsiteY2" fmla="*/ 2726958 h 4977304"/>
              <a:gd name="connsiteX3" fmla="*/ 12198158 w 12198158"/>
              <a:gd name="connsiteY3" fmla="*/ 3664565 h 4977304"/>
              <a:gd name="connsiteX4" fmla="*/ 12132764 w 12198158"/>
              <a:gd name="connsiteY4" fmla="*/ 3748492 h 4977304"/>
              <a:gd name="connsiteX5" fmla="*/ 12053056 w 12198158"/>
              <a:gd name="connsiteY5" fmla="*/ 3749753 h 4977304"/>
              <a:gd name="connsiteX6" fmla="*/ 11938513 w 12198158"/>
              <a:gd name="connsiteY6" fmla="*/ 3754367 h 4977304"/>
              <a:gd name="connsiteX7" fmla="*/ 11853342 w 12198158"/>
              <a:gd name="connsiteY7" fmla="*/ 3782688 h 4977304"/>
              <a:gd name="connsiteX8" fmla="*/ 11704569 w 12198158"/>
              <a:gd name="connsiteY8" fmla="*/ 3839336 h 4977304"/>
              <a:gd name="connsiteX9" fmla="*/ 11577641 w 12198158"/>
              <a:gd name="connsiteY9" fmla="*/ 3885996 h 4977304"/>
              <a:gd name="connsiteX10" fmla="*/ 11508791 w 12198158"/>
              <a:gd name="connsiteY10" fmla="*/ 3969283 h 4977304"/>
              <a:gd name="connsiteX11" fmla="*/ 11388373 w 12198158"/>
              <a:gd name="connsiteY11" fmla="*/ 4027440 h 4977304"/>
              <a:gd name="connsiteX12" fmla="*/ 11276406 w 12198158"/>
              <a:gd name="connsiteY12" fmla="*/ 4056099 h 4977304"/>
              <a:gd name="connsiteX13" fmla="*/ 11190251 w 12198158"/>
              <a:gd name="connsiteY13" fmla="*/ 4073272 h 4977304"/>
              <a:gd name="connsiteX14" fmla="*/ 11139995 w 12198158"/>
              <a:gd name="connsiteY14" fmla="*/ 4081811 h 4977304"/>
              <a:gd name="connsiteX15" fmla="*/ 11040727 w 12198158"/>
              <a:gd name="connsiteY15" fmla="*/ 4081109 h 4977304"/>
              <a:gd name="connsiteX16" fmla="*/ 10969005 w 12198158"/>
              <a:gd name="connsiteY16" fmla="*/ 4091154 h 4977304"/>
              <a:gd name="connsiteX17" fmla="*/ 10899772 w 12198158"/>
              <a:gd name="connsiteY17" fmla="*/ 4122857 h 4977304"/>
              <a:gd name="connsiteX18" fmla="*/ 10838983 w 12198158"/>
              <a:gd name="connsiteY18" fmla="*/ 4155791 h 4977304"/>
              <a:gd name="connsiteX19" fmla="*/ 10769520 w 12198158"/>
              <a:gd name="connsiteY19" fmla="*/ 4198574 h 4977304"/>
              <a:gd name="connsiteX20" fmla="*/ 10570843 w 12198158"/>
              <a:gd name="connsiteY20" fmla="*/ 4255424 h 4977304"/>
              <a:gd name="connsiteX21" fmla="*/ 10512263 w 12198158"/>
              <a:gd name="connsiteY21" fmla="*/ 4291698 h 4977304"/>
              <a:gd name="connsiteX22" fmla="*/ 10439016 w 12198158"/>
              <a:gd name="connsiteY22" fmla="*/ 4293933 h 4977304"/>
              <a:gd name="connsiteX23" fmla="*/ 10376941 w 12198158"/>
              <a:gd name="connsiteY23" fmla="*/ 4298111 h 4977304"/>
              <a:gd name="connsiteX24" fmla="*/ 10329960 w 12198158"/>
              <a:gd name="connsiteY24" fmla="*/ 4298774 h 4977304"/>
              <a:gd name="connsiteX25" fmla="*/ 10254256 w 12198158"/>
              <a:gd name="connsiteY25" fmla="*/ 4309364 h 4977304"/>
              <a:gd name="connsiteX26" fmla="*/ 10119745 w 12198158"/>
              <a:gd name="connsiteY26" fmla="*/ 4321869 h 4977304"/>
              <a:gd name="connsiteX27" fmla="*/ 10075444 w 12198158"/>
              <a:gd name="connsiteY27" fmla="*/ 4324144 h 4977304"/>
              <a:gd name="connsiteX28" fmla="*/ 10032543 w 12198158"/>
              <a:gd name="connsiteY28" fmla="*/ 4322337 h 4977304"/>
              <a:gd name="connsiteX29" fmla="*/ 9953375 w 12198158"/>
              <a:gd name="connsiteY29" fmla="*/ 4339186 h 4977304"/>
              <a:gd name="connsiteX30" fmla="*/ 9841223 w 12198158"/>
              <a:gd name="connsiteY30" fmla="*/ 4346536 h 4977304"/>
              <a:gd name="connsiteX31" fmla="*/ 9721820 w 12198158"/>
              <a:gd name="connsiteY31" fmla="*/ 4368481 h 4977304"/>
              <a:gd name="connsiteX32" fmla="*/ 9578114 w 12198158"/>
              <a:gd name="connsiteY32" fmla="*/ 4380883 h 4977304"/>
              <a:gd name="connsiteX33" fmla="*/ 9336820 w 12198158"/>
              <a:gd name="connsiteY33" fmla="*/ 4430514 h 4977304"/>
              <a:gd name="connsiteX34" fmla="*/ 9272837 w 12198158"/>
              <a:gd name="connsiteY34" fmla="*/ 4491645 h 4977304"/>
              <a:gd name="connsiteX35" fmla="*/ 9188677 w 12198158"/>
              <a:gd name="connsiteY35" fmla="*/ 4497828 h 4977304"/>
              <a:gd name="connsiteX36" fmla="*/ 9183116 w 12198158"/>
              <a:gd name="connsiteY36" fmla="*/ 4507862 h 4977304"/>
              <a:gd name="connsiteX37" fmla="*/ 9145128 w 12198158"/>
              <a:gd name="connsiteY37" fmla="*/ 4520027 h 4977304"/>
              <a:gd name="connsiteX38" fmla="*/ 9144106 w 12198158"/>
              <a:gd name="connsiteY38" fmla="*/ 4518870 h 4977304"/>
              <a:gd name="connsiteX39" fmla="*/ 9131223 w 12198158"/>
              <a:gd name="connsiteY39" fmla="*/ 4516515 h 4977304"/>
              <a:gd name="connsiteX40" fmla="*/ 9107733 w 12198158"/>
              <a:gd name="connsiteY40" fmla="*/ 4515031 h 4977304"/>
              <a:gd name="connsiteX41" fmla="*/ 9047414 w 12198158"/>
              <a:gd name="connsiteY41" fmla="*/ 4506003 h 4977304"/>
              <a:gd name="connsiteX42" fmla="*/ 8999479 w 12198158"/>
              <a:gd name="connsiteY42" fmla="*/ 4509570 h 4977304"/>
              <a:gd name="connsiteX43" fmla="*/ 8999194 w 12198158"/>
              <a:gd name="connsiteY43" fmla="*/ 4509309 h 4977304"/>
              <a:gd name="connsiteX44" fmla="*/ 8990231 w 12198158"/>
              <a:gd name="connsiteY44" fmla="*/ 4510625 h 4977304"/>
              <a:gd name="connsiteX45" fmla="*/ 8984397 w 12198158"/>
              <a:gd name="connsiteY45" fmla="*/ 4512863 h 4977304"/>
              <a:gd name="connsiteX46" fmla="*/ 8968351 w 12198158"/>
              <a:gd name="connsiteY46" fmla="*/ 4516366 h 4977304"/>
              <a:gd name="connsiteX47" fmla="*/ 8962029 w 12198158"/>
              <a:gd name="connsiteY47" fmla="*/ 4515606 h 4977304"/>
              <a:gd name="connsiteX48" fmla="*/ 8957069 w 12198158"/>
              <a:gd name="connsiteY48" fmla="*/ 4513190 h 4977304"/>
              <a:gd name="connsiteX49" fmla="*/ 8889695 w 12198158"/>
              <a:gd name="connsiteY49" fmla="*/ 4533539 h 4977304"/>
              <a:gd name="connsiteX50" fmla="*/ 8746606 w 12198158"/>
              <a:gd name="connsiteY50" fmla="*/ 4530613 h 4977304"/>
              <a:gd name="connsiteX51" fmla="*/ 8702038 w 12198158"/>
              <a:gd name="connsiteY51" fmla="*/ 4532895 h 4977304"/>
              <a:gd name="connsiteX52" fmla="*/ 8590337 w 12198158"/>
              <a:gd name="connsiteY52" fmla="*/ 4542204 h 4977304"/>
              <a:gd name="connsiteX53" fmla="*/ 8519543 w 12198158"/>
              <a:gd name="connsiteY53" fmla="*/ 4526086 h 4977304"/>
              <a:gd name="connsiteX54" fmla="*/ 8505306 w 12198158"/>
              <a:gd name="connsiteY54" fmla="*/ 4532509 h 4977304"/>
              <a:gd name="connsiteX55" fmla="*/ 8500493 w 12198158"/>
              <a:gd name="connsiteY55" fmla="*/ 4535768 h 4977304"/>
              <a:gd name="connsiteX56" fmla="*/ 8492299 w 12198158"/>
              <a:gd name="connsiteY56" fmla="*/ 4538742 h 4977304"/>
              <a:gd name="connsiteX57" fmla="*/ 8491926 w 12198158"/>
              <a:gd name="connsiteY57" fmla="*/ 4538547 h 4977304"/>
              <a:gd name="connsiteX58" fmla="*/ 8484586 w 12198158"/>
              <a:gd name="connsiteY58" fmla="*/ 4541860 h 4977304"/>
              <a:gd name="connsiteX59" fmla="*/ 8361601 w 12198158"/>
              <a:gd name="connsiteY59" fmla="*/ 4557109 h 4977304"/>
              <a:gd name="connsiteX60" fmla="*/ 8348227 w 12198158"/>
              <a:gd name="connsiteY60" fmla="*/ 4557320 h 4977304"/>
              <a:gd name="connsiteX61" fmla="*/ 8346801 w 12198158"/>
              <a:gd name="connsiteY61" fmla="*/ 4556408 h 4977304"/>
              <a:gd name="connsiteX62" fmla="*/ 8308886 w 12198158"/>
              <a:gd name="connsiteY62" fmla="*/ 4575677 h 4977304"/>
              <a:gd name="connsiteX63" fmla="*/ 8289640 w 12198158"/>
              <a:gd name="connsiteY63" fmla="*/ 4590767 h 4977304"/>
              <a:gd name="connsiteX64" fmla="*/ 8278750 w 12198158"/>
              <a:gd name="connsiteY64" fmla="*/ 4597091 h 4977304"/>
              <a:gd name="connsiteX65" fmla="*/ 8277624 w 12198158"/>
              <a:gd name="connsiteY65" fmla="*/ 4601916 h 4977304"/>
              <a:gd name="connsiteX66" fmla="*/ 8260561 w 12198158"/>
              <a:gd name="connsiteY66" fmla="*/ 4609708 h 4977304"/>
              <a:gd name="connsiteX67" fmla="*/ 8257864 w 12198158"/>
              <a:gd name="connsiteY67" fmla="*/ 4609458 h 4977304"/>
              <a:gd name="connsiteX68" fmla="*/ 8246529 w 12198158"/>
              <a:gd name="connsiteY68" fmla="*/ 4620148 h 4977304"/>
              <a:gd name="connsiteX69" fmla="*/ 8240334 w 12198158"/>
              <a:gd name="connsiteY69" fmla="*/ 4634257 h 4977304"/>
              <a:gd name="connsiteX70" fmla="*/ 8084875 w 12198158"/>
              <a:gd name="connsiteY70" fmla="*/ 4684387 h 4977304"/>
              <a:gd name="connsiteX71" fmla="*/ 7900134 w 12198158"/>
              <a:gd name="connsiteY71" fmla="*/ 4729969 h 4977304"/>
              <a:gd name="connsiteX72" fmla="*/ 7713595 w 12198158"/>
              <a:gd name="connsiteY72" fmla="*/ 4757895 h 4977304"/>
              <a:gd name="connsiteX73" fmla="*/ 7609267 w 12198158"/>
              <a:gd name="connsiteY73" fmla="*/ 4754126 h 4977304"/>
              <a:gd name="connsiteX74" fmla="*/ 7522521 w 12198158"/>
              <a:gd name="connsiteY74" fmla="*/ 4760455 h 4977304"/>
              <a:gd name="connsiteX75" fmla="*/ 7514554 w 12198158"/>
              <a:gd name="connsiteY75" fmla="*/ 4763228 h 4977304"/>
              <a:gd name="connsiteX76" fmla="*/ 7502403 w 12198158"/>
              <a:gd name="connsiteY76" fmla="*/ 4764677 h 4977304"/>
              <a:gd name="connsiteX77" fmla="*/ 7502032 w 12198158"/>
              <a:gd name="connsiteY77" fmla="*/ 4764322 h 4977304"/>
              <a:gd name="connsiteX78" fmla="*/ 7490794 w 12198158"/>
              <a:gd name="connsiteY78" fmla="*/ 4766442 h 4977304"/>
              <a:gd name="connsiteX79" fmla="*/ 7400450 w 12198158"/>
              <a:gd name="connsiteY79" fmla="*/ 4757640 h 4977304"/>
              <a:gd name="connsiteX80" fmla="*/ 7307302 w 12198158"/>
              <a:gd name="connsiteY80" fmla="*/ 4747220 h 4977304"/>
              <a:gd name="connsiteX81" fmla="*/ 7305976 w 12198158"/>
              <a:gd name="connsiteY81" fmla="*/ 4745654 h 4977304"/>
              <a:gd name="connsiteX82" fmla="*/ 7213744 w 12198158"/>
              <a:gd name="connsiteY82" fmla="*/ 4773074 h 4977304"/>
              <a:gd name="connsiteX83" fmla="*/ 7196298 w 12198158"/>
              <a:gd name="connsiteY83" fmla="*/ 4778016 h 4977304"/>
              <a:gd name="connsiteX84" fmla="*/ 7192202 w 12198158"/>
              <a:gd name="connsiteY84" fmla="*/ 4783834 h 4977304"/>
              <a:gd name="connsiteX85" fmla="*/ 7166024 w 12198158"/>
              <a:gd name="connsiteY85" fmla="*/ 4788882 h 4977304"/>
              <a:gd name="connsiteX86" fmla="*/ 7092253 w 12198158"/>
              <a:gd name="connsiteY86" fmla="*/ 4802161 h 4977304"/>
              <a:gd name="connsiteX87" fmla="*/ 7013814 w 12198158"/>
              <a:gd name="connsiteY87" fmla="*/ 4801755 h 4977304"/>
              <a:gd name="connsiteX88" fmla="*/ 6899540 w 12198158"/>
              <a:gd name="connsiteY88" fmla="*/ 4833798 h 4977304"/>
              <a:gd name="connsiteX89" fmla="*/ 6703746 w 12198158"/>
              <a:gd name="connsiteY89" fmla="*/ 4864157 h 4977304"/>
              <a:gd name="connsiteX90" fmla="*/ 6545085 w 12198158"/>
              <a:gd name="connsiteY90" fmla="*/ 4895408 h 4977304"/>
              <a:gd name="connsiteX91" fmla="*/ 6313345 w 12198158"/>
              <a:gd name="connsiteY91" fmla="*/ 4946232 h 4977304"/>
              <a:gd name="connsiteX92" fmla="*/ 6164558 w 12198158"/>
              <a:gd name="connsiteY92" fmla="*/ 4948498 h 4977304"/>
              <a:gd name="connsiteX93" fmla="*/ 6069796 w 12198158"/>
              <a:gd name="connsiteY93" fmla="*/ 4970720 h 4977304"/>
              <a:gd name="connsiteX94" fmla="*/ 6064481 w 12198158"/>
              <a:gd name="connsiteY94" fmla="*/ 4969051 h 4977304"/>
              <a:gd name="connsiteX95" fmla="*/ 6044602 w 12198158"/>
              <a:gd name="connsiteY95" fmla="*/ 4969792 h 4977304"/>
              <a:gd name="connsiteX96" fmla="*/ 6037252 w 12198158"/>
              <a:gd name="connsiteY96" fmla="*/ 4960726 h 4977304"/>
              <a:gd name="connsiteX97" fmla="*/ 6006081 w 12198158"/>
              <a:gd name="connsiteY97" fmla="*/ 4955195 h 4977304"/>
              <a:gd name="connsiteX98" fmla="*/ 5920065 w 12198158"/>
              <a:gd name="connsiteY98" fmla="*/ 4944866 h 4977304"/>
              <a:gd name="connsiteX99" fmla="*/ 5755077 w 12198158"/>
              <a:gd name="connsiteY99" fmla="*/ 4976193 h 4977304"/>
              <a:gd name="connsiteX100" fmla="*/ 5623207 w 12198158"/>
              <a:gd name="connsiteY100" fmla="*/ 4977304 h 4977304"/>
              <a:gd name="connsiteX101" fmla="*/ 5467256 w 12198158"/>
              <a:gd name="connsiteY101" fmla="*/ 4962079 h 4977304"/>
              <a:gd name="connsiteX102" fmla="*/ 5429137 w 12198158"/>
              <a:gd name="connsiteY102" fmla="*/ 4949858 h 4977304"/>
              <a:gd name="connsiteX103" fmla="*/ 5378078 w 12198158"/>
              <a:gd name="connsiteY103" fmla="*/ 4930634 h 4977304"/>
              <a:gd name="connsiteX104" fmla="*/ 5258253 w 12198158"/>
              <a:gd name="connsiteY104" fmla="*/ 4908461 h 4977304"/>
              <a:gd name="connsiteX105" fmla="*/ 5219477 w 12198158"/>
              <a:gd name="connsiteY105" fmla="*/ 4896381 h 4977304"/>
              <a:gd name="connsiteX106" fmla="*/ 5171208 w 12198158"/>
              <a:gd name="connsiteY106" fmla="*/ 4893134 h 4977304"/>
              <a:gd name="connsiteX107" fmla="*/ 5153115 w 12198158"/>
              <a:gd name="connsiteY107" fmla="*/ 4885290 h 4977304"/>
              <a:gd name="connsiteX108" fmla="*/ 5139168 w 12198158"/>
              <a:gd name="connsiteY108" fmla="*/ 4881597 h 4977304"/>
              <a:gd name="connsiteX109" fmla="*/ 5136167 w 12198158"/>
              <a:gd name="connsiteY109" fmla="*/ 4879315 h 4977304"/>
              <a:gd name="connsiteX110" fmla="*/ 5118243 w 12198158"/>
              <a:gd name="connsiteY110" fmla="*/ 4867529 h 4977304"/>
              <a:gd name="connsiteX111" fmla="*/ 5062411 w 12198158"/>
              <a:gd name="connsiteY111" fmla="*/ 4874665 h 4977304"/>
              <a:gd name="connsiteX112" fmla="*/ 5008170 w 12198158"/>
              <a:gd name="connsiteY112" fmla="*/ 4856876 h 4977304"/>
              <a:gd name="connsiteX113" fmla="*/ 4837210 w 12198158"/>
              <a:gd name="connsiteY113" fmla="*/ 4830794 h 4977304"/>
              <a:gd name="connsiteX114" fmla="*/ 4759270 w 12198158"/>
              <a:gd name="connsiteY114" fmla="*/ 4800638 h 4977304"/>
              <a:gd name="connsiteX115" fmla="*/ 4720035 w 12198158"/>
              <a:gd name="connsiteY115" fmla="*/ 4790848 h 4977304"/>
              <a:gd name="connsiteX116" fmla="*/ 4718027 w 12198158"/>
              <a:gd name="connsiteY116" fmla="*/ 4790035 h 4977304"/>
              <a:gd name="connsiteX117" fmla="*/ 4718961 w 12198158"/>
              <a:gd name="connsiteY117" fmla="*/ 4789806 h 4977304"/>
              <a:gd name="connsiteX118" fmla="*/ 4714055 w 12198158"/>
              <a:gd name="connsiteY118" fmla="*/ 4788426 h 4977304"/>
              <a:gd name="connsiteX119" fmla="*/ 4718027 w 12198158"/>
              <a:gd name="connsiteY119" fmla="*/ 4790035 h 4977304"/>
              <a:gd name="connsiteX120" fmla="*/ 4712381 w 12198158"/>
              <a:gd name="connsiteY120" fmla="*/ 4791420 h 4977304"/>
              <a:gd name="connsiteX121" fmla="*/ 4512801 w 12198158"/>
              <a:gd name="connsiteY121" fmla="*/ 4780666 h 4977304"/>
              <a:gd name="connsiteX122" fmla="*/ 4425588 w 12198158"/>
              <a:gd name="connsiteY122" fmla="*/ 4769100 h 4977304"/>
              <a:gd name="connsiteX123" fmla="*/ 4314086 w 12198158"/>
              <a:gd name="connsiteY123" fmla="*/ 4774822 h 4977304"/>
              <a:gd name="connsiteX124" fmla="*/ 4312230 w 12198158"/>
              <a:gd name="connsiteY124" fmla="*/ 4773365 h 4977304"/>
              <a:gd name="connsiteX125" fmla="*/ 4292278 w 12198158"/>
              <a:gd name="connsiteY125" fmla="*/ 4771325 h 4977304"/>
              <a:gd name="connsiteX126" fmla="*/ 4287201 w 12198158"/>
              <a:gd name="connsiteY126" fmla="*/ 4774493 h 4977304"/>
              <a:gd name="connsiteX127" fmla="*/ 4273289 w 12198158"/>
              <a:gd name="connsiteY127" fmla="*/ 4774225 h 4977304"/>
              <a:gd name="connsiteX128" fmla="*/ 4245283 w 12198158"/>
              <a:gd name="connsiteY128" fmla="*/ 4776749 h 4977304"/>
              <a:gd name="connsiteX129" fmla="*/ 4199245 w 12198158"/>
              <a:gd name="connsiteY129" fmla="*/ 4773714 h 4977304"/>
              <a:gd name="connsiteX130" fmla="*/ 4198941 w 12198158"/>
              <a:gd name="connsiteY130" fmla="*/ 4772347 h 4977304"/>
              <a:gd name="connsiteX131" fmla="*/ 4188453 w 12198158"/>
              <a:gd name="connsiteY131" fmla="*/ 4766228 h 4977304"/>
              <a:gd name="connsiteX132" fmla="*/ 4139982 w 12198158"/>
              <a:gd name="connsiteY132" fmla="*/ 4748999 h 4977304"/>
              <a:gd name="connsiteX133" fmla="*/ 4080374 w 12198158"/>
              <a:gd name="connsiteY133" fmla="*/ 4720184 h 4977304"/>
              <a:gd name="connsiteX134" fmla="*/ 4071828 w 12198158"/>
              <a:gd name="connsiteY134" fmla="*/ 4719278 h 4977304"/>
              <a:gd name="connsiteX135" fmla="*/ 4071710 w 12198158"/>
              <a:gd name="connsiteY135" fmla="*/ 4718953 h 4977304"/>
              <a:gd name="connsiteX136" fmla="*/ 4056247 w 12198158"/>
              <a:gd name="connsiteY136" fmla="*/ 4717622 h 4977304"/>
              <a:gd name="connsiteX137" fmla="*/ 4039668 w 12198158"/>
              <a:gd name="connsiteY137" fmla="*/ 4715861 h 4977304"/>
              <a:gd name="connsiteX138" fmla="*/ 4034303 w 12198158"/>
              <a:gd name="connsiteY138" fmla="*/ 4713218 h 4977304"/>
              <a:gd name="connsiteX139" fmla="*/ 4032672 w 12198158"/>
              <a:gd name="connsiteY139" fmla="*/ 4709236 h 4977304"/>
              <a:gd name="connsiteX140" fmla="*/ 4031088 w 12198158"/>
              <a:gd name="connsiteY140" fmla="*/ 4709491 h 4977304"/>
              <a:gd name="connsiteX141" fmla="*/ 4001867 w 12198158"/>
              <a:gd name="connsiteY141" fmla="*/ 4695842 h 4977304"/>
              <a:gd name="connsiteX142" fmla="*/ 3934220 w 12198158"/>
              <a:gd name="connsiteY142" fmla="*/ 4676884 h 4977304"/>
              <a:gd name="connsiteX143" fmla="*/ 3894676 w 12198158"/>
              <a:gd name="connsiteY143" fmla="*/ 4670743 h 4977304"/>
              <a:gd name="connsiteX144" fmla="*/ 3787232 w 12198158"/>
              <a:gd name="connsiteY144" fmla="*/ 4648764 h 4977304"/>
              <a:gd name="connsiteX145" fmla="*/ 3680057 w 12198158"/>
              <a:gd name="connsiteY145" fmla="*/ 4622784 h 4977304"/>
              <a:gd name="connsiteX146" fmla="*/ 3607627 w 12198158"/>
              <a:gd name="connsiteY146" fmla="*/ 4587738 h 4977304"/>
              <a:gd name="connsiteX147" fmla="*/ 3601451 w 12198158"/>
              <a:gd name="connsiteY147" fmla="*/ 4589218 h 4977304"/>
              <a:gd name="connsiteX148" fmla="*/ 3592338 w 12198158"/>
              <a:gd name="connsiteY148" fmla="*/ 4589396 h 4977304"/>
              <a:gd name="connsiteX149" fmla="*/ 3592104 w 12198158"/>
              <a:gd name="connsiteY149" fmla="*/ 4589103 h 4977304"/>
              <a:gd name="connsiteX150" fmla="*/ 3583586 w 12198158"/>
              <a:gd name="connsiteY150" fmla="*/ 4589853 h 4977304"/>
              <a:gd name="connsiteX151" fmla="*/ 3533777 w 12198158"/>
              <a:gd name="connsiteY151" fmla="*/ 4579320 h 4977304"/>
              <a:gd name="connsiteX152" fmla="*/ 3470906 w 12198158"/>
              <a:gd name="connsiteY152" fmla="*/ 4575344 h 4977304"/>
              <a:gd name="connsiteX153" fmla="*/ 3398460 w 12198158"/>
              <a:gd name="connsiteY153" fmla="*/ 4562260 h 4977304"/>
              <a:gd name="connsiteX154" fmla="*/ 3361644 w 12198158"/>
              <a:gd name="connsiteY154" fmla="*/ 4580670 h 4977304"/>
              <a:gd name="connsiteX155" fmla="*/ 3341795 w 12198158"/>
              <a:gd name="connsiteY155" fmla="*/ 4582496 h 4977304"/>
              <a:gd name="connsiteX156" fmla="*/ 3339469 w 12198158"/>
              <a:gd name="connsiteY156" fmla="*/ 4581438 h 4977304"/>
              <a:gd name="connsiteX157" fmla="*/ 3260180 w 12198158"/>
              <a:gd name="connsiteY157" fmla="*/ 4587820 h 4977304"/>
              <a:gd name="connsiteX158" fmla="*/ 3140460 w 12198158"/>
              <a:gd name="connsiteY158" fmla="*/ 4596263 h 4977304"/>
              <a:gd name="connsiteX159" fmla="*/ 3028270 w 12198158"/>
              <a:gd name="connsiteY159" fmla="*/ 4599134 h 4977304"/>
              <a:gd name="connsiteX160" fmla="*/ 2779714 w 12198158"/>
              <a:gd name="connsiteY160" fmla="*/ 4622831 h 4977304"/>
              <a:gd name="connsiteX161" fmla="*/ 2649525 w 12198158"/>
              <a:gd name="connsiteY161" fmla="*/ 4658086 h 4977304"/>
              <a:gd name="connsiteX162" fmla="*/ 2566315 w 12198158"/>
              <a:gd name="connsiteY162" fmla="*/ 4605776 h 4977304"/>
              <a:gd name="connsiteX163" fmla="*/ 2441626 w 12198158"/>
              <a:gd name="connsiteY163" fmla="*/ 4620872 h 4977304"/>
              <a:gd name="connsiteX164" fmla="*/ 2313568 w 12198158"/>
              <a:gd name="connsiteY164" fmla="*/ 4630067 h 4977304"/>
              <a:gd name="connsiteX165" fmla="*/ 2207105 w 12198158"/>
              <a:gd name="connsiteY165" fmla="*/ 4624384 h 4977304"/>
              <a:gd name="connsiteX166" fmla="*/ 2093268 w 12198158"/>
              <a:gd name="connsiteY166" fmla="*/ 4606236 h 4977304"/>
              <a:gd name="connsiteX167" fmla="*/ 1996024 w 12198158"/>
              <a:gd name="connsiteY167" fmla="*/ 4597526 h 4977304"/>
              <a:gd name="connsiteX168" fmla="*/ 1926886 w 12198158"/>
              <a:gd name="connsiteY168" fmla="*/ 4621358 h 4977304"/>
              <a:gd name="connsiteX169" fmla="*/ 1920368 w 12198158"/>
              <a:gd name="connsiteY169" fmla="*/ 4616112 h 4977304"/>
              <a:gd name="connsiteX170" fmla="*/ 1871831 w 12198158"/>
              <a:gd name="connsiteY170" fmla="*/ 4617844 h 4977304"/>
              <a:gd name="connsiteX171" fmla="*/ 1785463 w 12198158"/>
              <a:gd name="connsiteY171" fmla="*/ 4647841 h 4977304"/>
              <a:gd name="connsiteX172" fmla="*/ 1737045 w 12198158"/>
              <a:gd name="connsiteY172" fmla="*/ 4642356 h 4977304"/>
              <a:gd name="connsiteX173" fmla="*/ 1673954 w 12198158"/>
              <a:gd name="connsiteY173" fmla="*/ 4624601 h 4977304"/>
              <a:gd name="connsiteX174" fmla="*/ 1602834 w 12198158"/>
              <a:gd name="connsiteY174" fmla="*/ 4640924 h 4977304"/>
              <a:gd name="connsiteX175" fmla="*/ 1490351 w 12198158"/>
              <a:gd name="connsiteY175" fmla="*/ 4613132 h 4977304"/>
              <a:gd name="connsiteX176" fmla="*/ 1149212 w 12198158"/>
              <a:gd name="connsiteY176" fmla="*/ 4564210 h 4977304"/>
              <a:gd name="connsiteX177" fmla="*/ 938574 w 12198158"/>
              <a:gd name="connsiteY177" fmla="*/ 4566821 h 4977304"/>
              <a:gd name="connsiteX178" fmla="*/ 857697 w 12198158"/>
              <a:gd name="connsiteY178" fmla="*/ 4525391 h 4977304"/>
              <a:gd name="connsiteX179" fmla="*/ 836981 w 12198158"/>
              <a:gd name="connsiteY179" fmla="*/ 4526708 h 4977304"/>
              <a:gd name="connsiteX180" fmla="*/ 816264 w 12198158"/>
              <a:gd name="connsiteY180" fmla="*/ 4524575 h 4977304"/>
              <a:gd name="connsiteX181" fmla="*/ 810965 w 12198158"/>
              <a:gd name="connsiteY181" fmla="*/ 4527718 h 4977304"/>
              <a:gd name="connsiteX182" fmla="*/ 796509 w 12198158"/>
              <a:gd name="connsiteY182" fmla="*/ 4527387 h 4977304"/>
              <a:gd name="connsiteX183" fmla="*/ 767389 w 12198158"/>
              <a:gd name="connsiteY183" fmla="*/ 4529784 h 4977304"/>
              <a:gd name="connsiteX184" fmla="*/ 762544 w 12198158"/>
              <a:gd name="connsiteY184" fmla="*/ 4527372 h 4977304"/>
              <a:gd name="connsiteX185" fmla="*/ 719567 w 12198158"/>
              <a:gd name="connsiteY185" fmla="*/ 4526534 h 4977304"/>
              <a:gd name="connsiteX186" fmla="*/ 719262 w 12198158"/>
              <a:gd name="connsiteY186" fmla="*/ 4525164 h 4977304"/>
              <a:gd name="connsiteX187" fmla="*/ 708402 w 12198158"/>
              <a:gd name="connsiteY187" fmla="*/ 4518999 h 4977304"/>
              <a:gd name="connsiteX188" fmla="*/ 596394 w 12198158"/>
              <a:gd name="connsiteY188" fmla="*/ 4472455 h 4977304"/>
              <a:gd name="connsiteX189" fmla="*/ 578149 w 12198158"/>
              <a:gd name="connsiteY189" fmla="*/ 4469575 h 4977304"/>
              <a:gd name="connsiteX190" fmla="*/ 571336 w 12198158"/>
              <a:gd name="connsiteY190" fmla="*/ 4469781 h 4977304"/>
              <a:gd name="connsiteX191" fmla="*/ 444802 w 12198158"/>
              <a:gd name="connsiteY191" fmla="*/ 4428480 h 4977304"/>
              <a:gd name="connsiteX192" fmla="*/ 403746 w 12198158"/>
              <a:gd name="connsiteY192" fmla="*/ 4422157 h 4977304"/>
              <a:gd name="connsiteX193" fmla="*/ 292240 w 12198158"/>
              <a:gd name="connsiteY193" fmla="*/ 4399681 h 4977304"/>
              <a:gd name="connsiteX194" fmla="*/ 118302 w 12198158"/>
              <a:gd name="connsiteY194" fmla="*/ 4343421 h 4977304"/>
              <a:gd name="connsiteX195" fmla="*/ 15516 w 12198158"/>
              <a:gd name="connsiteY195" fmla="*/ 4340320 h 4977304"/>
              <a:gd name="connsiteX196" fmla="*/ 2 w 12198158"/>
              <a:gd name="connsiteY196" fmla="*/ 4334381 h 4977304"/>
              <a:gd name="connsiteX197" fmla="*/ 2 w 12198158"/>
              <a:gd name="connsiteY197" fmla="*/ 3589361 h 4977304"/>
              <a:gd name="connsiteX198" fmla="*/ 0 w 12198158"/>
              <a:gd name="connsiteY198" fmla="*/ 3589361 h 4977304"/>
              <a:gd name="connsiteX199" fmla="*/ 0 w 12198158"/>
              <a:gd name="connsiteY199" fmla="*/ 3513036 h 4977304"/>
              <a:gd name="connsiteX200" fmla="*/ 0 w 12198158"/>
              <a:gd name="connsiteY200" fmla="*/ 2672265 h 4977304"/>
              <a:gd name="connsiteX201" fmla="*/ 0 w 12198158"/>
              <a:gd name="connsiteY201" fmla="*/ 0 h 4977304"/>
              <a:gd name="connsiteX0" fmla="*/ 0 w 12198158"/>
              <a:gd name="connsiteY0" fmla="*/ 0 h 4977304"/>
              <a:gd name="connsiteX1" fmla="*/ 12192000 w 12198158"/>
              <a:gd name="connsiteY1" fmla="*/ 0 h 4977304"/>
              <a:gd name="connsiteX2" fmla="*/ 12198158 w 12198158"/>
              <a:gd name="connsiteY2" fmla="*/ 3664565 h 4977304"/>
              <a:gd name="connsiteX3" fmla="*/ 12132764 w 12198158"/>
              <a:gd name="connsiteY3" fmla="*/ 3748492 h 4977304"/>
              <a:gd name="connsiteX4" fmla="*/ 12053056 w 12198158"/>
              <a:gd name="connsiteY4" fmla="*/ 3749753 h 4977304"/>
              <a:gd name="connsiteX5" fmla="*/ 11938513 w 12198158"/>
              <a:gd name="connsiteY5" fmla="*/ 3754367 h 4977304"/>
              <a:gd name="connsiteX6" fmla="*/ 11853342 w 12198158"/>
              <a:gd name="connsiteY6" fmla="*/ 3782688 h 4977304"/>
              <a:gd name="connsiteX7" fmla="*/ 11704569 w 12198158"/>
              <a:gd name="connsiteY7" fmla="*/ 3839336 h 4977304"/>
              <a:gd name="connsiteX8" fmla="*/ 11577641 w 12198158"/>
              <a:gd name="connsiteY8" fmla="*/ 3885996 h 4977304"/>
              <a:gd name="connsiteX9" fmla="*/ 11508791 w 12198158"/>
              <a:gd name="connsiteY9" fmla="*/ 3969283 h 4977304"/>
              <a:gd name="connsiteX10" fmla="*/ 11388373 w 12198158"/>
              <a:gd name="connsiteY10" fmla="*/ 4027440 h 4977304"/>
              <a:gd name="connsiteX11" fmla="*/ 11276406 w 12198158"/>
              <a:gd name="connsiteY11" fmla="*/ 4056099 h 4977304"/>
              <a:gd name="connsiteX12" fmla="*/ 11190251 w 12198158"/>
              <a:gd name="connsiteY12" fmla="*/ 4073272 h 4977304"/>
              <a:gd name="connsiteX13" fmla="*/ 11139995 w 12198158"/>
              <a:gd name="connsiteY13" fmla="*/ 4081811 h 4977304"/>
              <a:gd name="connsiteX14" fmla="*/ 11040727 w 12198158"/>
              <a:gd name="connsiteY14" fmla="*/ 4081109 h 4977304"/>
              <a:gd name="connsiteX15" fmla="*/ 10969005 w 12198158"/>
              <a:gd name="connsiteY15" fmla="*/ 4091154 h 4977304"/>
              <a:gd name="connsiteX16" fmla="*/ 10899772 w 12198158"/>
              <a:gd name="connsiteY16" fmla="*/ 4122857 h 4977304"/>
              <a:gd name="connsiteX17" fmla="*/ 10838983 w 12198158"/>
              <a:gd name="connsiteY17" fmla="*/ 4155791 h 4977304"/>
              <a:gd name="connsiteX18" fmla="*/ 10769520 w 12198158"/>
              <a:gd name="connsiteY18" fmla="*/ 4198574 h 4977304"/>
              <a:gd name="connsiteX19" fmla="*/ 10570843 w 12198158"/>
              <a:gd name="connsiteY19" fmla="*/ 4255424 h 4977304"/>
              <a:gd name="connsiteX20" fmla="*/ 10512263 w 12198158"/>
              <a:gd name="connsiteY20" fmla="*/ 4291698 h 4977304"/>
              <a:gd name="connsiteX21" fmla="*/ 10439016 w 12198158"/>
              <a:gd name="connsiteY21" fmla="*/ 4293933 h 4977304"/>
              <a:gd name="connsiteX22" fmla="*/ 10376941 w 12198158"/>
              <a:gd name="connsiteY22" fmla="*/ 4298111 h 4977304"/>
              <a:gd name="connsiteX23" fmla="*/ 10329960 w 12198158"/>
              <a:gd name="connsiteY23" fmla="*/ 4298774 h 4977304"/>
              <a:gd name="connsiteX24" fmla="*/ 10254256 w 12198158"/>
              <a:gd name="connsiteY24" fmla="*/ 4309364 h 4977304"/>
              <a:gd name="connsiteX25" fmla="*/ 10119745 w 12198158"/>
              <a:gd name="connsiteY25" fmla="*/ 4321869 h 4977304"/>
              <a:gd name="connsiteX26" fmla="*/ 10075444 w 12198158"/>
              <a:gd name="connsiteY26" fmla="*/ 4324144 h 4977304"/>
              <a:gd name="connsiteX27" fmla="*/ 10032543 w 12198158"/>
              <a:gd name="connsiteY27" fmla="*/ 4322337 h 4977304"/>
              <a:gd name="connsiteX28" fmla="*/ 9953375 w 12198158"/>
              <a:gd name="connsiteY28" fmla="*/ 4339186 h 4977304"/>
              <a:gd name="connsiteX29" fmla="*/ 9841223 w 12198158"/>
              <a:gd name="connsiteY29" fmla="*/ 4346536 h 4977304"/>
              <a:gd name="connsiteX30" fmla="*/ 9721820 w 12198158"/>
              <a:gd name="connsiteY30" fmla="*/ 4368481 h 4977304"/>
              <a:gd name="connsiteX31" fmla="*/ 9578114 w 12198158"/>
              <a:gd name="connsiteY31" fmla="*/ 4380883 h 4977304"/>
              <a:gd name="connsiteX32" fmla="*/ 9336820 w 12198158"/>
              <a:gd name="connsiteY32" fmla="*/ 4430514 h 4977304"/>
              <a:gd name="connsiteX33" fmla="*/ 9272837 w 12198158"/>
              <a:gd name="connsiteY33" fmla="*/ 4491645 h 4977304"/>
              <a:gd name="connsiteX34" fmla="*/ 9188677 w 12198158"/>
              <a:gd name="connsiteY34" fmla="*/ 4497828 h 4977304"/>
              <a:gd name="connsiteX35" fmla="*/ 9183116 w 12198158"/>
              <a:gd name="connsiteY35" fmla="*/ 4507862 h 4977304"/>
              <a:gd name="connsiteX36" fmla="*/ 9145128 w 12198158"/>
              <a:gd name="connsiteY36" fmla="*/ 4520027 h 4977304"/>
              <a:gd name="connsiteX37" fmla="*/ 9144106 w 12198158"/>
              <a:gd name="connsiteY37" fmla="*/ 4518870 h 4977304"/>
              <a:gd name="connsiteX38" fmla="*/ 9131223 w 12198158"/>
              <a:gd name="connsiteY38" fmla="*/ 4516515 h 4977304"/>
              <a:gd name="connsiteX39" fmla="*/ 9107733 w 12198158"/>
              <a:gd name="connsiteY39" fmla="*/ 4515031 h 4977304"/>
              <a:gd name="connsiteX40" fmla="*/ 9047414 w 12198158"/>
              <a:gd name="connsiteY40" fmla="*/ 4506003 h 4977304"/>
              <a:gd name="connsiteX41" fmla="*/ 8999479 w 12198158"/>
              <a:gd name="connsiteY41" fmla="*/ 4509570 h 4977304"/>
              <a:gd name="connsiteX42" fmla="*/ 8999194 w 12198158"/>
              <a:gd name="connsiteY42" fmla="*/ 4509309 h 4977304"/>
              <a:gd name="connsiteX43" fmla="*/ 8990231 w 12198158"/>
              <a:gd name="connsiteY43" fmla="*/ 4510625 h 4977304"/>
              <a:gd name="connsiteX44" fmla="*/ 8984397 w 12198158"/>
              <a:gd name="connsiteY44" fmla="*/ 4512863 h 4977304"/>
              <a:gd name="connsiteX45" fmla="*/ 8968351 w 12198158"/>
              <a:gd name="connsiteY45" fmla="*/ 4516366 h 4977304"/>
              <a:gd name="connsiteX46" fmla="*/ 8962029 w 12198158"/>
              <a:gd name="connsiteY46" fmla="*/ 4515606 h 4977304"/>
              <a:gd name="connsiteX47" fmla="*/ 8957069 w 12198158"/>
              <a:gd name="connsiteY47" fmla="*/ 4513190 h 4977304"/>
              <a:gd name="connsiteX48" fmla="*/ 8889695 w 12198158"/>
              <a:gd name="connsiteY48" fmla="*/ 4533539 h 4977304"/>
              <a:gd name="connsiteX49" fmla="*/ 8746606 w 12198158"/>
              <a:gd name="connsiteY49" fmla="*/ 4530613 h 4977304"/>
              <a:gd name="connsiteX50" fmla="*/ 8702038 w 12198158"/>
              <a:gd name="connsiteY50" fmla="*/ 4532895 h 4977304"/>
              <a:gd name="connsiteX51" fmla="*/ 8590337 w 12198158"/>
              <a:gd name="connsiteY51" fmla="*/ 4542204 h 4977304"/>
              <a:gd name="connsiteX52" fmla="*/ 8519543 w 12198158"/>
              <a:gd name="connsiteY52" fmla="*/ 4526086 h 4977304"/>
              <a:gd name="connsiteX53" fmla="*/ 8505306 w 12198158"/>
              <a:gd name="connsiteY53" fmla="*/ 4532509 h 4977304"/>
              <a:gd name="connsiteX54" fmla="*/ 8500493 w 12198158"/>
              <a:gd name="connsiteY54" fmla="*/ 4535768 h 4977304"/>
              <a:gd name="connsiteX55" fmla="*/ 8492299 w 12198158"/>
              <a:gd name="connsiteY55" fmla="*/ 4538742 h 4977304"/>
              <a:gd name="connsiteX56" fmla="*/ 8491926 w 12198158"/>
              <a:gd name="connsiteY56" fmla="*/ 4538547 h 4977304"/>
              <a:gd name="connsiteX57" fmla="*/ 8484586 w 12198158"/>
              <a:gd name="connsiteY57" fmla="*/ 4541860 h 4977304"/>
              <a:gd name="connsiteX58" fmla="*/ 8361601 w 12198158"/>
              <a:gd name="connsiteY58" fmla="*/ 4557109 h 4977304"/>
              <a:gd name="connsiteX59" fmla="*/ 8348227 w 12198158"/>
              <a:gd name="connsiteY59" fmla="*/ 4557320 h 4977304"/>
              <a:gd name="connsiteX60" fmla="*/ 8346801 w 12198158"/>
              <a:gd name="connsiteY60" fmla="*/ 4556408 h 4977304"/>
              <a:gd name="connsiteX61" fmla="*/ 8308886 w 12198158"/>
              <a:gd name="connsiteY61" fmla="*/ 4575677 h 4977304"/>
              <a:gd name="connsiteX62" fmla="*/ 8289640 w 12198158"/>
              <a:gd name="connsiteY62" fmla="*/ 4590767 h 4977304"/>
              <a:gd name="connsiteX63" fmla="*/ 8278750 w 12198158"/>
              <a:gd name="connsiteY63" fmla="*/ 4597091 h 4977304"/>
              <a:gd name="connsiteX64" fmla="*/ 8277624 w 12198158"/>
              <a:gd name="connsiteY64" fmla="*/ 4601916 h 4977304"/>
              <a:gd name="connsiteX65" fmla="*/ 8260561 w 12198158"/>
              <a:gd name="connsiteY65" fmla="*/ 4609708 h 4977304"/>
              <a:gd name="connsiteX66" fmla="*/ 8257864 w 12198158"/>
              <a:gd name="connsiteY66" fmla="*/ 4609458 h 4977304"/>
              <a:gd name="connsiteX67" fmla="*/ 8246529 w 12198158"/>
              <a:gd name="connsiteY67" fmla="*/ 4620148 h 4977304"/>
              <a:gd name="connsiteX68" fmla="*/ 8240334 w 12198158"/>
              <a:gd name="connsiteY68" fmla="*/ 4634257 h 4977304"/>
              <a:gd name="connsiteX69" fmla="*/ 8084875 w 12198158"/>
              <a:gd name="connsiteY69" fmla="*/ 4684387 h 4977304"/>
              <a:gd name="connsiteX70" fmla="*/ 7900134 w 12198158"/>
              <a:gd name="connsiteY70" fmla="*/ 4729969 h 4977304"/>
              <a:gd name="connsiteX71" fmla="*/ 7713595 w 12198158"/>
              <a:gd name="connsiteY71" fmla="*/ 4757895 h 4977304"/>
              <a:gd name="connsiteX72" fmla="*/ 7609267 w 12198158"/>
              <a:gd name="connsiteY72" fmla="*/ 4754126 h 4977304"/>
              <a:gd name="connsiteX73" fmla="*/ 7522521 w 12198158"/>
              <a:gd name="connsiteY73" fmla="*/ 4760455 h 4977304"/>
              <a:gd name="connsiteX74" fmla="*/ 7514554 w 12198158"/>
              <a:gd name="connsiteY74" fmla="*/ 4763228 h 4977304"/>
              <a:gd name="connsiteX75" fmla="*/ 7502403 w 12198158"/>
              <a:gd name="connsiteY75" fmla="*/ 4764677 h 4977304"/>
              <a:gd name="connsiteX76" fmla="*/ 7502032 w 12198158"/>
              <a:gd name="connsiteY76" fmla="*/ 4764322 h 4977304"/>
              <a:gd name="connsiteX77" fmla="*/ 7490794 w 12198158"/>
              <a:gd name="connsiteY77" fmla="*/ 4766442 h 4977304"/>
              <a:gd name="connsiteX78" fmla="*/ 7400450 w 12198158"/>
              <a:gd name="connsiteY78" fmla="*/ 4757640 h 4977304"/>
              <a:gd name="connsiteX79" fmla="*/ 7307302 w 12198158"/>
              <a:gd name="connsiteY79" fmla="*/ 4747220 h 4977304"/>
              <a:gd name="connsiteX80" fmla="*/ 7305976 w 12198158"/>
              <a:gd name="connsiteY80" fmla="*/ 4745654 h 4977304"/>
              <a:gd name="connsiteX81" fmla="*/ 7213744 w 12198158"/>
              <a:gd name="connsiteY81" fmla="*/ 4773074 h 4977304"/>
              <a:gd name="connsiteX82" fmla="*/ 7196298 w 12198158"/>
              <a:gd name="connsiteY82" fmla="*/ 4778016 h 4977304"/>
              <a:gd name="connsiteX83" fmla="*/ 7192202 w 12198158"/>
              <a:gd name="connsiteY83" fmla="*/ 4783834 h 4977304"/>
              <a:gd name="connsiteX84" fmla="*/ 7166024 w 12198158"/>
              <a:gd name="connsiteY84" fmla="*/ 4788882 h 4977304"/>
              <a:gd name="connsiteX85" fmla="*/ 7092253 w 12198158"/>
              <a:gd name="connsiteY85" fmla="*/ 4802161 h 4977304"/>
              <a:gd name="connsiteX86" fmla="*/ 7013814 w 12198158"/>
              <a:gd name="connsiteY86" fmla="*/ 4801755 h 4977304"/>
              <a:gd name="connsiteX87" fmla="*/ 6899540 w 12198158"/>
              <a:gd name="connsiteY87" fmla="*/ 4833798 h 4977304"/>
              <a:gd name="connsiteX88" fmla="*/ 6703746 w 12198158"/>
              <a:gd name="connsiteY88" fmla="*/ 4864157 h 4977304"/>
              <a:gd name="connsiteX89" fmla="*/ 6545085 w 12198158"/>
              <a:gd name="connsiteY89" fmla="*/ 4895408 h 4977304"/>
              <a:gd name="connsiteX90" fmla="*/ 6313345 w 12198158"/>
              <a:gd name="connsiteY90" fmla="*/ 4946232 h 4977304"/>
              <a:gd name="connsiteX91" fmla="*/ 6164558 w 12198158"/>
              <a:gd name="connsiteY91" fmla="*/ 4948498 h 4977304"/>
              <a:gd name="connsiteX92" fmla="*/ 6069796 w 12198158"/>
              <a:gd name="connsiteY92" fmla="*/ 4970720 h 4977304"/>
              <a:gd name="connsiteX93" fmla="*/ 6064481 w 12198158"/>
              <a:gd name="connsiteY93" fmla="*/ 4969051 h 4977304"/>
              <a:gd name="connsiteX94" fmla="*/ 6044602 w 12198158"/>
              <a:gd name="connsiteY94" fmla="*/ 4969792 h 4977304"/>
              <a:gd name="connsiteX95" fmla="*/ 6037252 w 12198158"/>
              <a:gd name="connsiteY95" fmla="*/ 4960726 h 4977304"/>
              <a:gd name="connsiteX96" fmla="*/ 6006081 w 12198158"/>
              <a:gd name="connsiteY96" fmla="*/ 4955195 h 4977304"/>
              <a:gd name="connsiteX97" fmla="*/ 5920065 w 12198158"/>
              <a:gd name="connsiteY97" fmla="*/ 4944866 h 4977304"/>
              <a:gd name="connsiteX98" fmla="*/ 5755077 w 12198158"/>
              <a:gd name="connsiteY98" fmla="*/ 4976193 h 4977304"/>
              <a:gd name="connsiteX99" fmla="*/ 5623207 w 12198158"/>
              <a:gd name="connsiteY99" fmla="*/ 4977304 h 4977304"/>
              <a:gd name="connsiteX100" fmla="*/ 5467256 w 12198158"/>
              <a:gd name="connsiteY100" fmla="*/ 4962079 h 4977304"/>
              <a:gd name="connsiteX101" fmla="*/ 5429137 w 12198158"/>
              <a:gd name="connsiteY101" fmla="*/ 4949858 h 4977304"/>
              <a:gd name="connsiteX102" fmla="*/ 5378078 w 12198158"/>
              <a:gd name="connsiteY102" fmla="*/ 4930634 h 4977304"/>
              <a:gd name="connsiteX103" fmla="*/ 5258253 w 12198158"/>
              <a:gd name="connsiteY103" fmla="*/ 4908461 h 4977304"/>
              <a:gd name="connsiteX104" fmla="*/ 5219477 w 12198158"/>
              <a:gd name="connsiteY104" fmla="*/ 4896381 h 4977304"/>
              <a:gd name="connsiteX105" fmla="*/ 5171208 w 12198158"/>
              <a:gd name="connsiteY105" fmla="*/ 4893134 h 4977304"/>
              <a:gd name="connsiteX106" fmla="*/ 5153115 w 12198158"/>
              <a:gd name="connsiteY106" fmla="*/ 4885290 h 4977304"/>
              <a:gd name="connsiteX107" fmla="*/ 5139168 w 12198158"/>
              <a:gd name="connsiteY107" fmla="*/ 4881597 h 4977304"/>
              <a:gd name="connsiteX108" fmla="*/ 5136167 w 12198158"/>
              <a:gd name="connsiteY108" fmla="*/ 4879315 h 4977304"/>
              <a:gd name="connsiteX109" fmla="*/ 5118243 w 12198158"/>
              <a:gd name="connsiteY109" fmla="*/ 4867529 h 4977304"/>
              <a:gd name="connsiteX110" fmla="*/ 5062411 w 12198158"/>
              <a:gd name="connsiteY110" fmla="*/ 4874665 h 4977304"/>
              <a:gd name="connsiteX111" fmla="*/ 5008170 w 12198158"/>
              <a:gd name="connsiteY111" fmla="*/ 4856876 h 4977304"/>
              <a:gd name="connsiteX112" fmla="*/ 4837210 w 12198158"/>
              <a:gd name="connsiteY112" fmla="*/ 4830794 h 4977304"/>
              <a:gd name="connsiteX113" fmla="*/ 4759270 w 12198158"/>
              <a:gd name="connsiteY113" fmla="*/ 4800638 h 4977304"/>
              <a:gd name="connsiteX114" fmla="*/ 4720035 w 12198158"/>
              <a:gd name="connsiteY114" fmla="*/ 4790848 h 4977304"/>
              <a:gd name="connsiteX115" fmla="*/ 4718027 w 12198158"/>
              <a:gd name="connsiteY115" fmla="*/ 4790035 h 4977304"/>
              <a:gd name="connsiteX116" fmla="*/ 4718961 w 12198158"/>
              <a:gd name="connsiteY116" fmla="*/ 4789806 h 4977304"/>
              <a:gd name="connsiteX117" fmla="*/ 4714055 w 12198158"/>
              <a:gd name="connsiteY117" fmla="*/ 4788426 h 4977304"/>
              <a:gd name="connsiteX118" fmla="*/ 4718027 w 12198158"/>
              <a:gd name="connsiteY118" fmla="*/ 4790035 h 4977304"/>
              <a:gd name="connsiteX119" fmla="*/ 4712381 w 12198158"/>
              <a:gd name="connsiteY119" fmla="*/ 4791420 h 4977304"/>
              <a:gd name="connsiteX120" fmla="*/ 4512801 w 12198158"/>
              <a:gd name="connsiteY120" fmla="*/ 4780666 h 4977304"/>
              <a:gd name="connsiteX121" fmla="*/ 4425588 w 12198158"/>
              <a:gd name="connsiteY121" fmla="*/ 4769100 h 4977304"/>
              <a:gd name="connsiteX122" fmla="*/ 4314086 w 12198158"/>
              <a:gd name="connsiteY122" fmla="*/ 4774822 h 4977304"/>
              <a:gd name="connsiteX123" fmla="*/ 4312230 w 12198158"/>
              <a:gd name="connsiteY123" fmla="*/ 4773365 h 4977304"/>
              <a:gd name="connsiteX124" fmla="*/ 4292278 w 12198158"/>
              <a:gd name="connsiteY124" fmla="*/ 4771325 h 4977304"/>
              <a:gd name="connsiteX125" fmla="*/ 4287201 w 12198158"/>
              <a:gd name="connsiteY125" fmla="*/ 4774493 h 4977304"/>
              <a:gd name="connsiteX126" fmla="*/ 4273289 w 12198158"/>
              <a:gd name="connsiteY126" fmla="*/ 4774225 h 4977304"/>
              <a:gd name="connsiteX127" fmla="*/ 4245283 w 12198158"/>
              <a:gd name="connsiteY127" fmla="*/ 4776749 h 4977304"/>
              <a:gd name="connsiteX128" fmla="*/ 4199245 w 12198158"/>
              <a:gd name="connsiteY128" fmla="*/ 4773714 h 4977304"/>
              <a:gd name="connsiteX129" fmla="*/ 4198941 w 12198158"/>
              <a:gd name="connsiteY129" fmla="*/ 4772347 h 4977304"/>
              <a:gd name="connsiteX130" fmla="*/ 4188453 w 12198158"/>
              <a:gd name="connsiteY130" fmla="*/ 4766228 h 4977304"/>
              <a:gd name="connsiteX131" fmla="*/ 4139982 w 12198158"/>
              <a:gd name="connsiteY131" fmla="*/ 4748999 h 4977304"/>
              <a:gd name="connsiteX132" fmla="*/ 4080374 w 12198158"/>
              <a:gd name="connsiteY132" fmla="*/ 4720184 h 4977304"/>
              <a:gd name="connsiteX133" fmla="*/ 4071828 w 12198158"/>
              <a:gd name="connsiteY133" fmla="*/ 4719278 h 4977304"/>
              <a:gd name="connsiteX134" fmla="*/ 4071710 w 12198158"/>
              <a:gd name="connsiteY134" fmla="*/ 4718953 h 4977304"/>
              <a:gd name="connsiteX135" fmla="*/ 4056247 w 12198158"/>
              <a:gd name="connsiteY135" fmla="*/ 4717622 h 4977304"/>
              <a:gd name="connsiteX136" fmla="*/ 4039668 w 12198158"/>
              <a:gd name="connsiteY136" fmla="*/ 4715861 h 4977304"/>
              <a:gd name="connsiteX137" fmla="*/ 4034303 w 12198158"/>
              <a:gd name="connsiteY137" fmla="*/ 4713218 h 4977304"/>
              <a:gd name="connsiteX138" fmla="*/ 4032672 w 12198158"/>
              <a:gd name="connsiteY138" fmla="*/ 4709236 h 4977304"/>
              <a:gd name="connsiteX139" fmla="*/ 4031088 w 12198158"/>
              <a:gd name="connsiteY139" fmla="*/ 4709491 h 4977304"/>
              <a:gd name="connsiteX140" fmla="*/ 4001867 w 12198158"/>
              <a:gd name="connsiteY140" fmla="*/ 4695842 h 4977304"/>
              <a:gd name="connsiteX141" fmla="*/ 3934220 w 12198158"/>
              <a:gd name="connsiteY141" fmla="*/ 4676884 h 4977304"/>
              <a:gd name="connsiteX142" fmla="*/ 3894676 w 12198158"/>
              <a:gd name="connsiteY142" fmla="*/ 4670743 h 4977304"/>
              <a:gd name="connsiteX143" fmla="*/ 3787232 w 12198158"/>
              <a:gd name="connsiteY143" fmla="*/ 4648764 h 4977304"/>
              <a:gd name="connsiteX144" fmla="*/ 3680057 w 12198158"/>
              <a:gd name="connsiteY144" fmla="*/ 4622784 h 4977304"/>
              <a:gd name="connsiteX145" fmla="*/ 3607627 w 12198158"/>
              <a:gd name="connsiteY145" fmla="*/ 4587738 h 4977304"/>
              <a:gd name="connsiteX146" fmla="*/ 3601451 w 12198158"/>
              <a:gd name="connsiteY146" fmla="*/ 4589218 h 4977304"/>
              <a:gd name="connsiteX147" fmla="*/ 3592338 w 12198158"/>
              <a:gd name="connsiteY147" fmla="*/ 4589396 h 4977304"/>
              <a:gd name="connsiteX148" fmla="*/ 3592104 w 12198158"/>
              <a:gd name="connsiteY148" fmla="*/ 4589103 h 4977304"/>
              <a:gd name="connsiteX149" fmla="*/ 3583586 w 12198158"/>
              <a:gd name="connsiteY149" fmla="*/ 4589853 h 4977304"/>
              <a:gd name="connsiteX150" fmla="*/ 3533777 w 12198158"/>
              <a:gd name="connsiteY150" fmla="*/ 4579320 h 4977304"/>
              <a:gd name="connsiteX151" fmla="*/ 3470906 w 12198158"/>
              <a:gd name="connsiteY151" fmla="*/ 4575344 h 4977304"/>
              <a:gd name="connsiteX152" fmla="*/ 3398460 w 12198158"/>
              <a:gd name="connsiteY152" fmla="*/ 4562260 h 4977304"/>
              <a:gd name="connsiteX153" fmla="*/ 3361644 w 12198158"/>
              <a:gd name="connsiteY153" fmla="*/ 4580670 h 4977304"/>
              <a:gd name="connsiteX154" fmla="*/ 3341795 w 12198158"/>
              <a:gd name="connsiteY154" fmla="*/ 4582496 h 4977304"/>
              <a:gd name="connsiteX155" fmla="*/ 3339469 w 12198158"/>
              <a:gd name="connsiteY155" fmla="*/ 4581438 h 4977304"/>
              <a:gd name="connsiteX156" fmla="*/ 3260180 w 12198158"/>
              <a:gd name="connsiteY156" fmla="*/ 4587820 h 4977304"/>
              <a:gd name="connsiteX157" fmla="*/ 3140460 w 12198158"/>
              <a:gd name="connsiteY157" fmla="*/ 4596263 h 4977304"/>
              <a:gd name="connsiteX158" fmla="*/ 3028270 w 12198158"/>
              <a:gd name="connsiteY158" fmla="*/ 4599134 h 4977304"/>
              <a:gd name="connsiteX159" fmla="*/ 2779714 w 12198158"/>
              <a:gd name="connsiteY159" fmla="*/ 4622831 h 4977304"/>
              <a:gd name="connsiteX160" fmla="*/ 2649525 w 12198158"/>
              <a:gd name="connsiteY160" fmla="*/ 4658086 h 4977304"/>
              <a:gd name="connsiteX161" fmla="*/ 2566315 w 12198158"/>
              <a:gd name="connsiteY161" fmla="*/ 4605776 h 4977304"/>
              <a:gd name="connsiteX162" fmla="*/ 2441626 w 12198158"/>
              <a:gd name="connsiteY162" fmla="*/ 4620872 h 4977304"/>
              <a:gd name="connsiteX163" fmla="*/ 2313568 w 12198158"/>
              <a:gd name="connsiteY163" fmla="*/ 4630067 h 4977304"/>
              <a:gd name="connsiteX164" fmla="*/ 2207105 w 12198158"/>
              <a:gd name="connsiteY164" fmla="*/ 4624384 h 4977304"/>
              <a:gd name="connsiteX165" fmla="*/ 2093268 w 12198158"/>
              <a:gd name="connsiteY165" fmla="*/ 4606236 h 4977304"/>
              <a:gd name="connsiteX166" fmla="*/ 1996024 w 12198158"/>
              <a:gd name="connsiteY166" fmla="*/ 4597526 h 4977304"/>
              <a:gd name="connsiteX167" fmla="*/ 1926886 w 12198158"/>
              <a:gd name="connsiteY167" fmla="*/ 4621358 h 4977304"/>
              <a:gd name="connsiteX168" fmla="*/ 1920368 w 12198158"/>
              <a:gd name="connsiteY168" fmla="*/ 4616112 h 4977304"/>
              <a:gd name="connsiteX169" fmla="*/ 1871831 w 12198158"/>
              <a:gd name="connsiteY169" fmla="*/ 4617844 h 4977304"/>
              <a:gd name="connsiteX170" fmla="*/ 1785463 w 12198158"/>
              <a:gd name="connsiteY170" fmla="*/ 4647841 h 4977304"/>
              <a:gd name="connsiteX171" fmla="*/ 1737045 w 12198158"/>
              <a:gd name="connsiteY171" fmla="*/ 4642356 h 4977304"/>
              <a:gd name="connsiteX172" fmla="*/ 1673954 w 12198158"/>
              <a:gd name="connsiteY172" fmla="*/ 4624601 h 4977304"/>
              <a:gd name="connsiteX173" fmla="*/ 1602834 w 12198158"/>
              <a:gd name="connsiteY173" fmla="*/ 4640924 h 4977304"/>
              <a:gd name="connsiteX174" fmla="*/ 1490351 w 12198158"/>
              <a:gd name="connsiteY174" fmla="*/ 4613132 h 4977304"/>
              <a:gd name="connsiteX175" fmla="*/ 1149212 w 12198158"/>
              <a:gd name="connsiteY175" fmla="*/ 4564210 h 4977304"/>
              <a:gd name="connsiteX176" fmla="*/ 938574 w 12198158"/>
              <a:gd name="connsiteY176" fmla="*/ 4566821 h 4977304"/>
              <a:gd name="connsiteX177" fmla="*/ 857697 w 12198158"/>
              <a:gd name="connsiteY177" fmla="*/ 4525391 h 4977304"/>
              <a:gd name="connsiteX178" fmla="*/ 836981 w 12198158"/>
              <a:gd name="connsiteY178" fmla="*/ 4526708 h 4977304"/>
              <a:gd name="connsiteX179" fmla="*/ 816264 w 12198158"/>
              <a:gd name="connsiteY179" fmla="*/ 4524575 h 4977304"/>
              <a:gd name="connsiteX180" fmla="*/ 810965 w 12198158"/>
              <a:gd name="connsiteY180" fmla="*/ 4527718 h 4977304"/>
              <a:gd name="connsiteX181" fmla="*/ 796509 w 12198158"/>
              <a:gd name="connsiteY181" fmla="*/ 4527387 h 4977304"/>
              <a:gd name="connsiteX182" fmla="*/ 767389 w 12198158"/>
              <a:gd name="connsiteY182" fmla="*/ 4529784 h 4977304"/>
              <a:gd name="connsiteX183" fmla="*/ 762544 w 12198158"/>
              <a:gd name="connsiteY183" fmla="*/ 4527372 h 4977304"/>
              <a:gd name="connsiteX184" fmla="*/ 719567 w 12198158"/>
              <a:gd name="connsiteY184" fmla="*/ 4526534 h 4977304"/>
              <a:gd name="connsiteX185" fmla="*/ 719262 w 12198158"/>
              <a:gd name="connsiteY185" fmla="*/ 4525164 h 4977304"/>
              <a:gd name="connsiteX186" fmla="*/ 708402 w 12198158"/>
              <a:gd name="connsiteY186" fmla="*/ 4518999 h 4977304"/>
              <a:gd name="connsiteX187" fmla="*/ 596394 w 12198158"/>
              <a:gd name="connsiteY187" fmla="*/ 4472455 h 4977304"/>
              <a:gd name="connsiteX188" fmla="*/ 578149 w 12198158"/>
              <a:gd name="connsiteY188" fmla="*/ 4469575 h 4977304"/>
              <a:gd name="connsiteX189" fmla="*/ 571336 w 12198158"/>
              <a:gd name="connsiteY189" fmla="*/ 4469781 h 4977304"/>
              <a:gd name="connsiteX190" fmla="*/ 444802 w 12198158"/>
              <a:gd name="connsiteY190" fmla="*/ 4428480 h 4977304"/>
              <a:gd name="connsiteX191" fmla="*/ 403746 w 12198158"/>
              <a:gd name="connsiteY191" fmla="*/ 4422157 h 4977304"/>
              <a:gd name="connsiteX192" fmla="*/ 292240 w 12198158"/>
              <a:gd name="connsiteY192" fmla="*/ 4399681 h 4977304"/>
              <a:gd name="connsiteX193" fmla="*/ 118302 w 12198158"/>
              <a:gd name="connsiteY193" fmla="*/ 4343421 h 4977304"/>
              <a:gd name="connsiteX194" fmla="*/ 15516 w 12198158"/>
              <a:gd name="connsiteY194" fmla="*/ 4340320 h 4977304"/>
              <a:gd name="connsiteX195" fmla="*/ 2 w 12198158"/>
              <a:gd name="connsiteY195" fmla="*/ 4334381 h 4977304"/>
              <a:gd name="connsiteX196" fmla="*/ 2 w 12198158"/>
              <a:gd name="connsiteY196" fmla="*/ 3589361 h 4977304"/>
              <a:gd name="connsiteX197" fmla="*/ 0 w 12198158"/>
              <a:gd name="connsiteY197" fmla="*/ 3589361 h 4977304"/>
              <a:gd name="connsiteX198" fmla="*/ 0 w 12198158"/>
              <a:gd name="connsiteY198" fmla="*/ 3513036 h 4977304"/>
              <a:gd name="connsiteX199" fmla="*/ 0 w 12198158"/>
              <a:gd name="connsiteY199" fmla="*/ 2672265 h 4977304"/>
              <a:gd name="connsiteX200" fmla="*/ 0 w 12198158"/>
              <a:gd name="connsiteY200" fmla="*/ 0 h 4977304"/>
              <a:gd name="connsiteX0" fmla="*/ 0 w 12198158"/>
              <a:gd name="connsiteY0" fmla="*/ 0 h 4977304"/>
              <a:gd name="connsiteX1" fmla="*/ 12192000 w 12198158"/>
              <a:gd name="connsiteY1" fmla="*/ 0 h 4977304"/>
              <a:gd name="connsiteX2" fmla="*/ 12198158 w 12198158"/>
              <a:gd name="connsiteY2" fmla="*/ 3664565 h 4977304"/>
              <a:gd name="connsiteX3" fmla="*/ 12132764 w 12198158"/>
              <a:gd name="connsiteY3" fmla="*/ 3748492 h 4977304"/>
              <a:gd name="connsiteX4" fmla="*/ 12053056 w 12198158"/>
              <a:gd name="connsiteY4" fmla="*/ 3749753 h 4977304"/>
              <a:gd name="connsiteX5" fmla="*/ 11938513 w 12198158"/>
              <a:gd name="connsiteY5" fmla="*/ 3754367 h 4977304"/>
              <a:gd name="connsiteX6" fmla="*/ 11853342 w 12198158"/>
              <a:gd name="connsiteY6" fmla="*/ 3782688 h 4977304"/>
              <a:gd name="connsiteX7" fmla="*/ 11704569 w 12198158"/>
              <a:gd name="connsiteY7" fmla="*/ 3839336 h 4977304"/>
              <a:gd name="connsiteX8" fmla="*/ 11577641 w 12198158"/>
              <a:gd name="connsiteY8" fmla="*/ 3885996 h 4977304"/>
              <a:gd name="connsiteX9" fmla="*/ 11508791 w 12198158"/>
              <a:gd name="connsiteY9" fmla="*/ 3969283 h 4977304"/>
              <a:gd name="connsiteX10" fmla="*/ 11388373 w 12198158"/>
              <a:gd name="connsiteY10" fmla="*/ 4027440 h 4977304"/>
              <a:gd name="connsiteX11" fmla="*/ 11276406 w 12198158"/>
              <a:gd name="connsiteY11" fmla="*/ 4056099 h 4977304"/>
              <a:gd name="connsiteX12" fmla="*/ 11190251 w 12198158"/>
              <a:gd name="connsiteY12" fmla="*/ 4073272 h 4977304"/>
              <a:gd name="connsiteX13" fmla="*/ 11139995 w 12198158"/>
              <a:gd name="connsiteY13" fmla="*/ 4081811 h 4977304"/>
              <a:gd name="connsiteX14" fmla="*/ 11040727 w 12198158"/>
              <a:gd name="connsiteY14" fmla="*/ 4081109 h 4977304"/>
              <a:gd name="connsiteX15" fmla="*/ 10969005 w 12198158"/>
              <a:gd name="connsiteY15" fmla="*/ 4091154 h 4977304"/>
              <a:gd name="connsiteX16" fmla="*/ 10899772 w 12198158"/>
              <a:gd name="connsiteY16" fmla="*/ 4122857 h 4977304"/>
              <a:gd name="connsiteX17" fmla="*/ 10838983 w 12198158"/>
              <a:gd name="connsiteY17" fmla="*/ 4155791 h 4977304"/>
              <a:gd name="connsiteX18" fmla="*/ 10769520 w 12198158"/>
              <a:gd name="connsiteY18" fmla="*/ 4198574 h 4977304"/>
              <a:gd name="connsiteX19" fmla="*/ 10570843 w 12198158"/>
              <a:gd name="connsiteY19" fmla="*/ 4255424 h 4977304"/>
              <a:gd name="connsiteX20" fmla="*/ 10512263 w 12198158"/>
              <a:gd name="connsiteY20" fmla="*/ 4291698 h 4977304"/>
              <a:gd name="connsiteX21" fmla="*/ 10439016 w 12198158"/>
              <a:gd name="connsiteY21" fmla="*/ 4293933 h 4977304"/>
              <a:gd name="connsiteX22" fmla="*/ 10376941 w 12198158"/>
              <a:gd name="connsiteY22" fmla="*/ 4298111 h 4977304"/>
              <a:gd name="connsiteX23" fmla="*/ 10329960 w 12198158"/>
              <a:gd name="connsiteY23" fmla="*/ 4298774 h 4977304"/>
              <a:gd name="connsiteX24" fmla="*/ 10254256 w 12198158"/>
              <a:gd name="connsiteY24" fmla="*/ 4309364 h 4977304"/>
              <a:gd name="connsiteX25" fmla="*/ 10119745 w 12198158"/>
              <a:gd name="connsiteY25" fmla="*/ 4321869 h 4977304"/>
              <a:gd name="connsiteX26" fmla="*/ 10075444 w 12198158"/>
              <a:gd name="connsiteY26" fmla="*/ 4324144 h 4977304"/>
              <a:gd name="connsiteX27" fmla="*/ 10032543 w 12198158"/>
              <a:gd name="connsiteY27" fmla="*/ 4322337 h 4977304"/>
              <a:gd name="connsiteX28" fmla="*/ 9953375 w 12198158"/>
              <a:gd name="connsiteY28" fmla="*/ 4339186 h 4977304"/>
              <a:gd name="connsiteX29" fmla="*/ 9841223 w 12198158"/>
              <a:gd name="connsiteY29" fmla="*/ 4346536 h 4977304"/>
              <a:gd name="connsiteX30" fmla="*/ 9721820 w 12198158"/>
              <a:gd name="connsiteY30" fmla="*/ 4368481 h 4977304"/>
              <a:gd name="connsiteX31" fmla="*/ 9578114 w 12198158"/>
              <a:gd name="connsiteY31" fmla="*/ 4380883 h 4977304"/>
              <a:gd name="connsiteX32" fmla="*/ 9336820 w 12198158"/>
              <a:gd name="connsiteY32" fmla="*/ 4430514 h 4977304"/>
              <a:gd name="connsiteX33" fmla="*/ 9272837 w 12198158"/>
              <a:gd name="connsiteY33" fmla="*/ 4491645 h 4977304"/>
              <a:gd name="connsiteX34" fmla="*/ 9188677 w 12198158"/>
              <a:gd name="connsiteY34" fmla="*/ 4497828 h 4977304"/>
              <a:gd name="connsiteX35" fmla="*/ 9183116 w 12198158"/>
              <a:gd name="connsiteY35" fmla="*/ 4507862 h 4977304"/>
              <a:gd name="connsiteX36" fmla="*/ 9145128 w 12198158"/>
              <a:gd name="connsiteY36" fmla="*/ 4520027 h 4977304"/>
              <a:gd name="connsiteX37" fmla="*/ 9144106 w 12198158"/>
              <a:gd name="connsiteY37" fmla="*/ 4518870 h 4977304"/>
              <a:gd name="connsiteX38" fmla="*/ 9131223 w 12198158"/>
              <a:gd name="connsiteY38" fmla="*/ 4516515 h 4977304"/>
              <a:gd name="connsiteX39" fmla="*/ 9107733 w 12198158"/>
              <a:gd name="connsiteY39" fmla="*/ 4515031 h 4977304"/>
              <a:gd name="connsiteX40" fmla="*/ 9047414 w 12198158"/>
              <a:gd name="connsiteY40" fmla="*/ 4506003 h 4977304"/>
              <a:gd name="connsiteX41" fmla="*/ 8999479 w 12198158"/>
              <a:gd name="connsiteY41" fmla="*/ 4509570 h 4977304"/>
              <a:gd name="connsiteX42" fmla="*/ 8999194 w 12198158"/>
              <a:gd name="connsiteY42" fmla="*/ 4509309 h 4977304"/>
              <a:gd name="connsiteX43" fmla="*/ 8990231 w 12198158"/>
              <a:gd name="connsiteY43" fmla="*/ 4510625 h 4977304"/>
              <a:gd name="connsiteX44" fmla="*/ 8984397 w 12198158"/>
              <a:gd name="connsiteY44" fmla="*/ 4512863 h 4977304"/>
              <a:gd name="connsiteX45" fmla="*/ 8968351 w 12198158"/>
              <a:gd name="connsiteY45" fmla="*/ 4516366 h 4977304"/>
              <a:gd name="connsiteX46" fmla="*/ 8962029 w 12198158"/>
              <a:gd name="connsiteY46" fmla="*/ 4515606 h 4977304"/>
              <a:gd name="connsiteX47" fmla="*/ 8957069 w 12198158"/>
              <a:gd name="connsiteY47" fmla="*/ 4513190 h 4977304"/>
              <a:gd name="connsiteX48" fmla="*/ 8889695 w 12198158"/>
              <a:gd name="connsiteY48" fmla="*/ 4533539 h 4977304"/>
              <a:gd name="connsiteX49" fmla="*/ 8746606 w 12198158"/>
              <a:gd name="connsiteY49" fmla="*/ 4530613 h 4977304"/>
              <a:gd name="connsiteX50" fmla="*/ 8702038 w 12198158"/>
              <a:gd name="connsiteY50" fmla="*/ 4532895 h 4977304"/>
              <a:gd name="connsiteX51" fmla="*/ 8590337 w 12198158"/>
              <a:gd name="connsiteY51" fmla="*/ 4542204 h 4977304"/>
              <a:gd name="connsiteX52" fmla="*/ 8519543 w 12198158"/>
              <a:gd name="connsiteY52" fmla="*/ 4526086 h 4977304"/>
              <a:gd name="connsiteX53" fmla="*/ 8505306 w 12198158"/>
              <a:gd name="connsiteY53" fmla="*/ 4532509 h 4977304"/>
              <a:gd name="connsiteX54" fmla="*/ 8500493 w 12198158"/>
              <a:gd name="connsiteY54" fmla="*/ 4535768 h 4977304"/>
              <a:gd name="connsiteX55" fmla="*/ 8492299 w 12198158"/>
              <a:gd name="connsiteY55" fmla="*/ 4538742 h 4977304"/>
              <a:gd name="connsiteX56" fmla="*/ 8491926 w 12198158"/>
              <a:gd name="connsiteY56" fmla="*/ 4538547 h 4977304"/>
              <a:gd name="connsiteX57" fmla="*/ 8484586 w 12198158"/>
              <a:gd name="connsiteY57" fmla="*/ 4541860 h 4977304"/>
              <a:gd name="connsiteX58" fmla="*/ 8361601 w 12198158"/>
              <a:gd name="connsiteY58" fmla="*/ 4557109 h 4977304"/>
              <a:gd name="connsiteX59" fmla="*/ 8348227 w 12198158"/>
              <a:gd name="connsiteY59" fmla="*/ 4557320 h 4977304"/>
              <a:gd name="connsiteX60" fmla="*/ 8346801 w 12198158"/>
              <a:gd name="connsiteY60" fmla="*/ 4556408 h 4977304"/>
              <a:gd name="connsiteX61" fmla="*/ 8308886 w 12198158"/>
              <a:gd name="connsiteY61" fmla="*/ 4575677 h 4977304"/>
              <a:gd name="connsiteX62" fmla="*/ 8289640 w 12198158"/>
              <a:gd name="connsiteY62" fmla="*/ 4590767 h 4977304"/>
              <a:gd name="connsiteX63" fmla="*/ 8278750 w 12198158"/>
              <a:gd name="connsiteY63" fmla="*/ 4597091 h 4977304"/>
              <a:gd name="connsiteX64" fmla="*/ 8277624 w 12198158"/>
              <a:gd name="connsiteY64" fmla="*/ 4601916 h 4977304"/>
              <a:gd name="connsiteX65" fmla="*/ 8260561 w 12198158"/>
              <a:gd name="connsiteY65" fmla="*/ 4609708 h 4977304"/>
              <a:gd name="connsiteX66" fmla="*/ 8257864 w 12198158"/>
              <a:gd name="connsiteY66" fmla="*/ 4609458 h 4977304"/>
              <a:gd name="connsiteX67" fmla="*/ 8246529 w 12198158"/>
              <a:gd name="connsiteY67" fmla="*/ 4620148 h 4977304"/>
              <a:gd name="connsiteX68" fmla="*/ 8240334 w 12198158"/>
              <a:gd name="connsiteY68" fmla="*/ 4634257 h 4977304"/>
              <a:gd name="connsiteX69" fmla="*/ 8084875 w 12198158"/>
              <a:gd name="connsiteY69" fmla="*/ 4684387 h 4977304"/>
              <a:gd name="connsiteX70" fmla="*/ 7900134 w 12198158"/>
              <a:gd name="connsiteY70" fmla="*/ 4729969 h 4977304"/>
              <a:gd name="connsiteX71" fmla="*/ 7713595 w 12198158"/>
              <a:gd name="connsiteY71" fmla="*/ 4757895 h 4977304"/>
              <a:gd name="connsiteX72" fmla="*/ 7609267 w 12198158"/>
              <a:gd name="connsiteY72" fmla="*/ 4754126 h 4977304"/>
              <a:gd name="connsiteX73" fmla="*/ 7522521 w 12198158"/>
              <a:gd name="connsiteY73" fmla="*/ 4760455 h 4977304"/>
              <a:gd name="connsiteX74" fmla="*/ 7514554 w 12198158"/>
              <a:gd name="connsiteY74" fmla="*/ 4763228 h 4977304"/>
              <a:gd name="connsiteX75" fmla="*/ 7502403 w 12198158"/>
              <a:gd name="connsiteY75" fmla="*/ 4764677 h 4977304"/>
              <a:gd name="connsiteX76" fmla="*/ 7502032 w 12198158"/>
              <a:gd name="connsiteY76" fmla="*/ 4764322 h 4977304"/>
              <a:gd name="connsiteX77" fmla="*/ 7490794 w 12198158"/>
              <a:gd name="connsiteY77" fmla="*/ 4766442 h 4977304"/>
              <a:gd name="connsiteX78" fmla="*/ 7400450 w 12198158"/>
              <a:gd name="connsiteY78" fmla="*/ 4757640 h 4977304"/>
              <a:gd name="connsiteX79" fmla="*/ 7307302 w 12198158"/>
              <a:gd name="connsiteY79" fmla="*/ 4747220 h 4977304"/>
              <a:gd name="connsiteX80" fmla="*/ 7305976 w 12198158"/>
              <a:gd name="connsiteY80" fmla="*/ 4745654 h 4977304"/>
              <a:gd name="connsiteX81" fmla="*/ 7213744 w 12198158"/>
              <a:gd name="connsiteY81" fmla="*/ 4773074 h 4977304"/>
              <a:gd name="connsiteX82" fmla="*/ 7196298 w 12198158"/>
              <a:gd name="connsiteY82" fmla="*/ 4778016 h 4977304"/>
              <a:gd name="connsiteX83" fmla="*/ 7192202 w 12198158"/>
              <a:gd name="connsiteY83" fmla="*/ 4783834 h 4977304"/>
              <a:gd name="connsiteX84" fmla="*/ 7166024 w 12198158"/>
              <a:gd name="connsiteY84" fmla="*/ 4788882 h 4977304"/>
              <a:gd name="connsiteX85" fmla="*/ 7092253 w 12198158"/>
              <a:gd name="connsiteY85" fmla="*/ 4802161 h 4977304"/>
              <a:gd name="connsiteX86" fmla="*/ 7013814 w 12198158"/>
              <a:gd name="connsiteY86" fmla="*/ 4801755 h 4977304"/>
              <a:gd name="connsiteX87" fmla="*/ 6899540 w 12198158"/>
              <a:gd name="connsiteY87" fmla="*/ 4833798 h 4977304"/>
              <a:gd name="connsiteX88" fmla="*/ 6703746 w 12198158"/>
              <a:gd name="connsiteY88" fmla="*/ 4864157 h 4977304"/>
              <a:gd name="connsiteX89" fmla="*/ 6545085 w 12198158"/>
              <a:gd name="connsiteY89" fmla="*/ 4895408 h 4977304"/>
              <a:gd name="connsiteX90" fmla="*/ 6313345 w 12198158"/>
              <a:gd name="connsiteY90" fmla="*/ 4946232 h 4977304"/>
              <a:gd name="connsiteX91" fmla="*/ 6164558 w 12198158"/>
              <a:gd name="connsiteY91" fmla="*/ 4948498 h 4977304"/>
              <a:gd name="connsiteX92" fmla="*/ 6069796 w 12198158"/>
              <a:gd name="connsiteY92" fmla="*/ 4970720 h 4977304"/>
              <a:gd name="connsiteX93" fmla="*/ 6064481 w 12198158"/>
              <a:gd name="connsiteY93" fmla="*/ 4969051 h 4977304"/>
              <a:gd name="connsiteX94" fmla="*/ 6044602 w 12198158"/>
              <a:gd name="connsiteY94" fmla="*/ 4969792 h 4977304"/>
              <a:gd name="connsiteX95" fmla="*/ 6037252 w 12198158"/>
              <a:gd name="connsiteY95" fmla="*/ 4960726 h 4977304"/>
              <a:gd name="connsiteX96" fmla="*/ 6006081 w 12198158"/>
              <a:gd name="connsiteY96" fmla="*/ 4955195 h 4977304"/>
              <a:gd name="connsiteX97" fmla="*/ 5920065 w 12198158"/>
              <a:gd name="connsiteY97" fmla="*/ 4944866 h 4977304"/>
              <a:gd name="connsiteX98" fmla="*/ 5755077 w 12198158"/>
              <a:gd name="connsiteY98" fmla="*/ 4976193 h 4977304"/>
              <a:gd name="connsiteX99" fmla="*/ 5623207 w 12198158"/>
              <a:gd name="connsiteY99" fmla="*/ 4977304 h 4977304"/>
              <a:gd name="connsiteX100" fmla="*/ 5467256 w 12198158"/>
              <a:gd name="connsiteY100" fmla="*/ 4962079 h 4977304"/>
              <a:gd name="connsiteX101" fmla="*/ 5429137 w 12198158"/>
              <a:gd name="connsiteY101" fmla="*/ 4949858 h 4977304"/>
              <a:gd name="connsiteX102" fmla="*/ 5378078 w 12198158"/>
              <a:gd name="connsiteY102" fmla="*/ 4930634 h 4977304"/>
              <a:gd name="connsiteX103" fmla="*/ 5258253 w 12198158"/>
              <a:gd name="connsiteY103" fmla="*/ 4908461 h 4977304"/>
              <a:gd name="connsiteX104" fmla="*/ 5219477 w 12198158"/>
              <a:gd name="connsiteY104" fmla="*/ 4896381 h 4977304"/>
              <a:gd name="connsiteX105" fmla="*/ 5171208 w 12198158"/>
              <a:gd name="connsiteY105" fmla="*/ 4893134 h 4977304"/>
              <a:gd name="connsiteX106" fmla="*/ 5153115 w 12198158"/>
              <a:gd name="connsiteY106" fmla="*/ 4885290 h 4977304"/>
              <a:gd name="connsiteX107" fmla="*/ 5139168 w 12198158"/>
              <a:gd name="connsiteY107" fmla="*/ 4881597 h 4977304"/>
              <a:gd name="connsiteX108" fmla="*/ 5136167 w 12198158"/>
              <a:gd name="connsiteY108" fmla="*/ 4879315 h 4977304"/>
              <a:gd name="connsiteX109" fmla="*/ 5118243 w 12198158"/>
              <a:gd name="connsiteY109" fmla="*/ 4867529 h 4977304"/>
              <a:gd name="connsiteX110" fmla="*/ 5062411 w 12198158"/>
              <a:gd name="connsiteY110" fmla="*/ 4874665 h 4977304"/>
              <a:gd name="connsiteX111" fmla="*/ 5008170 w 12198158"/>
              <a:gd name="connsiteY111" fmla="*/ 4856876 h 4977304"/>
              <a:gd name="connsiteX112" fmla="*/ 4837210 w 12198158"/>
              <a:gd name="connsiteY112" fmla="*/ 4830794 h 4977304"/>
              <a:gd name="connsiteX113" fmla="*/ 4759270 w 12198158"/>
              <a:gd name="connsiteY113" fmla="*/ 4800638 h 4977304"/>
              <a:gd name="connsiteX114" fmla="*/ 4720035 w 12198158"/>
              <a:gd name="connsiteY114" fmla="*/ 4790848 h 4977304"/>
              <a:gd name="connsiteX115" fmla="*/ 4718027 w 12198158"/>
              <a:gd name="connsiteY115" fmla="*/ 4790035 h 4977304"/>
              <a:gd name="connsiteX116" fmla="*/ 4718961 w 12198158"/>
              <a:gd name="connsiteY116" fmla="*/ 4789806 h 4977304"/>
              <a:gd name="connsiteX117" fmla="*/ 4714055 w 12198158"/>
              <a:gd name="connsiteY117" fmla="*/ 4788426 h 4977304"/>
              <a:gd name="connsiteX118" fmla="*/ 4718027 w 12198158"/>
              <a:gd name="connsiteY118" fmla="*/ 4790035 h 4977304"/>
              <a:gd name="connsiteX119" fmla="*/ 4712381 w 12198158"/>
              <a:gd name="connsiteY119" fmla="*/ 4791420 h 4977304"/>
              <a:gd name="connsiteX120" fmla="*/ 4512801 w 12198158"/>
              <a:gd name="connsiteY120" fmla="*/ 4780666 h 4977304"/>
              <a:gd name="connsiteX121" fmla="*/ 4425588 w 12198158"/>
              <a:gd name="connsiteY121" fmla="*/ 4769100 h 4977304"/>
              <a:gd name="connsiteX122" fmla="*/ 4314086 w 12198158"/>
              <a:gd name="connsiteY122" fmla="*/ 4774822 h 4977304"/>
              <a:gd name="connsiteX123" fmla="*/ 4312230 w 12198158"/>
              <a:gd name="connsiteY123" fmla="*/ 4773365 h 4977304"/>
              <a:gd name="connsiteX124" fmla="*/ 4292278 w 12198158"/>
              <a:gd name="connsiteY124" fmla="*/ 4771325 h 4977304"/>
              <a:gd name="connsiteX125" fmla="*/ 4287201 w 12198158"/>
              <a:gd name="connsiteY125" fmla="*/ 4774493 h 4977304"/>
              <a:gd name="connsiteX126" fmla="*/ 4273289 w 12198158"/>
              <a:gd name="connsiteY126" fmla="*/ 4774225 h 4977304"/>
              <a:gd name="connsiteX127" fmla="*/ 4245283 w 12198158"/>
              <a:gd name="connsiteY127" fmla="*/ 4776749 h 4977304"/>
              <a:gd name="connsiteX128" fmla="*/ 4199245 w 12198158"/>
              <a:gd name="connsiteY128" fmla="*/ 4773714 h 4977304"/>
              <a:gd name="connsiteX129" fmla="*/ 4198941 w 12198158"/>
              <a:gd name="connsiteY129" fmla="*/ 4772347 h 4977304"/>
              <a:gd name="connsiteX130" fmla="*/ 4188453 w 12198158"/>
              <a:gd name="connsiteY130" fmla="*/ 4766228 h 4977304"/>
              <a:gd name="connsiteX131" fmla="*/ 4139982 w 12198158"/>
              <a:gd name="connsiteY131" fmla="*/ 4748999 h 4977304"/>
              <a:gd name="connsiteX132" fmla="*/ 4080374 w 12198158"/>
              <a:gd name="connsiteY132" fmla="*/ 4720184 h 4977304"/>
              <a:gd name="connsiteX133" fmla="*/ 4071828 w 12198158"/>
              <a:gd name="connsiteY133" fmla="*/ 4719278 h 4977304"/>
              <a:gd name="connsiteX134" fmla="*/ 4071710 w 12198158"/>
              <a:gd name="connsiteY134" fmla="*/ 4718953 h 4977304"/>
              <a:gd name="connsiteX135" fmla="*/ 4056247 w 12198158"/>
              <a:gd name="connsiteY135" fmla="*/ 4717622 h 4977304"/>
              <a:gd name="connsiteX136" fmla="*/ 4039668 w 12198158"/>
              <a:gd name="connsiteY136" fmla="*/ 4715861 h 4977304"/>
              <a:gd name="connsiteX137" fmla="*/ 4034303 w 12198158"/>
              <a:gd name="connsiteY137" fmla="*/ 4713218 h 4977304"/>
              <a:gd name="connsiteX138" fmla="*/ 4032672 w 12198158"/>
              <a:gd name="connsiteY138" fmla="*/ 4709236 h 4977304"/>
              <a:gd name="connsiteX139" fmla="*/ 4031088 w 12198158"/>
              <a:gd name="connsiteY139" fmla="*/ 4709491 h 4977304"/>
              <a:gd name="connsiteX140" fmla="*/ 4001867 w 12198158"/>
              <a:gd name="connsiteY140" fmla="*/ 4695842 h 4977304"/>
              <a:gd name="connsiteX141" fmla="*/ 3934220 w 12198158"/>
              <a:gd name="connsiteY141" fmla="*/ 4676884 h 4977304"/>
              <a:gd name="connsiteX142" fmla="*/ 3894676 w 12198158"/>
              <a:gd name="connsiteY142" fmla="*/ 4670743 h 4977304"/>
              <a:gd name="connsiteX143" fmla="*/ 3787232 w 12198158"/>
              <a:gd name="connsiteY143" fmla="*/ 4648764 h 4977304"/>
              <a:gd name="connsiteX144" fmla="*/ 3680057 w 12198158"/>
              <a:gd name="connsiteY144" fmla="*/ 4622784 h 4977304"/>
              <a:gd name="connsiteX145" fmla="*/ 3607627 w 12198158"/>
              <a:gd name="connsiteY145" fmla="*/ 4587738 h 4977304"/>
              <a:gd name="connsiteX146" fmla="*/ 3601451 w 12198158"/>
              <a:gd name="connsiteY146" fmla="*/ 4589218 h 4977304"/>
              <a:gd name="connsiteX147" fmla="*/ 3592338 w 12198158"/>
              <a:gd name="connsiteY147" fmla="*/ 4589396 h 4977304"/>
              <a:gd name="connsiteX148" fmla="*/ 3592104 w 12198158"/>
              <a:gd name="connsiteY148" fmla="*/ 4589103 h 4977304"/>
              <a:gd name="connsiteX149" fmla="*/ 3583586 w 12198158"/>
              <a:gd name="connsiteY149" fmla="*/ 4589853 h 4977304"/>
              <a:gd name="connsiteX150" fmla="*/ 3533777 w 12198158"/>
              <a:gd name="connsiteY150" fmla="*/ 4579320 h 4977304"/>
              <a:gd name="connsiteX151" fmla="*/ 3470906 w 12198158"/>
              <a:gd name="connsiteY151" fmla="*/ 4575344 h 4977304"/>
              <a:gd name="connsiteX152" fmla="*/ 3398460 w 12198158"/>
              <a:gd name="connsiteY152" fmla="*/ 4562260 h 4977304"/>
              <a:gd name="connsiteX153" fmla="*/ 3361644 w 12198158"/>
              <a:gd name="connsiteY153" fmla="*/ 4580670 h 4977304"/>
              <a:gd name="connsiteX154" fmla="*/ 3341795 w 12198158"/>
              <a:gd name="connsiteY154" fmla="*/ 4582496 h 4977304"/>
              <a:gd name="connsiteX155" fmla="*/ 3339469 w 12198158"/>
              <a:gd name="connsiteY155" fmla="*/ 4581438 h 4977304"/>
              <a:gd name="connsiteX156" fmla="*/ 3260180 w 12198158"/>
              <a:gd name="connsiteY156" fmla="*/ 4587820 h 4977304"/>
              <a:gd name="connsiteX157" fmla="*/ 3140460 w 12198158"/>
              <a:gd name="connsiteY157" fmla="*/ 4596263 h 4977304"/>
              <a:gd name="connsiteX158" fmla="*/ 3028270 w 12198158"/>
              <a:gd name="connsiteY158" fmla="*/ 4599134 h 4977304"/>
              <a:gd name="connsiteX159" fmla="*/ 2779714 w 12198158"/>
              <a:gd name="connsiteY159" fmla="*/ 4622831 h 4977304"/>
              <a:gd name="connsiteX160" fmla="*/ 2649525 w 12198158"/>
              <a:gd name="connsiteY160" fmla="*/ 4658086 h 4977304"/>
              <a:gd name="connsiteX161" fmla="*/ 2566315 w 12198158"/>
              <a:gd name="connsiteY161" fmla="*/ 4605776 h 4977304"/>
              <a:gd name="connsiteX162" fmla="*/ 2441626 w 12198158"/>
              <a:gd name="connsiteY162" fmla="*/ 4620872 h 4977304"/>
              <a:gd name="connsiteX163" fmla="*/ 2313568 w 12198158"/>
              <a:gd name="connsiteY163" fmla="*/ 4630067 h 4977304"/>
              <a:gd name="connsiteX164" fmla="*/ 2207105 w 12198158"/>
              <a:gd name="connsiteY164" fmla="*/ 4624384 h 4977304"/>
              <a:gd name="connsiteX165" fmla="*/ 2093268 w 12198158"/>
              <a:gd name="connsiteY165" fmla="*/ 4606236 h 4977304"/>
              <a:gd name="connsiteX166" fmla="*/ 1996024 w 12198158"/>
              <a:gd name="connsiteY166" fmla="*/ 4597526 h 4977304"/>
              <a:gd name="connsiteX167" fmla="*/ 1926886 w 12198158"/>
              <a:gd name="connsiteY167" fmla="*/ 4621358 h 4977304"/>
              <a:gd name="connsiteX168" fmla="*/ 1920368 w 12198158"/>
              <a:gd name="connsiteY168" fmla="*/ 4616112 h 4977304"/>
              <a:gd name="connsiteX169" fmla="*/ 1871831 w 12198158"/>
              <a:gd name="connsiteY169" fmla="*/ 4617844 h 4977304"/>
              <a:gd name="connsiteX170" fmla="*/ 1785463 w 12198158"/>
              <a:gd name="connsiteY170" fmla="*/ 4647841 h 4977304"/>
              <a:gd name="connsiteX171" fmla="*/ 1737045 w 12198158"/>
              <a:gd name="connsiteY171" fmla="*/ 4642356 h 4977304"/>
              <a:gd name="connsiteX172" fmla="*/ 1673954 w 12198158"/>
              <a:gd name="connsiteY172" fmla="*/ 4624601 h 4977304"/>
              <a:gd name="connsiteX173" fmla="*/ 1602834 w 12198158"/>
              <a:gd name="connsiteY173" fmla="*/ 4640924 h 4977304"/>
              <a:gd name="connsiteX174" fmla="*/ 1490351 w 12198158"/>
              <a:gd name="connsiteY174" fmla="*/ 4613132 h 4977304"/>
              <a:gd name="connsiteX175" fmla="*/ 1149212 w 12198158"/>
              <a:gd name="connsiteY175" fmla="*/ 4564210 h 4977304"/>
              <a:gd name="connsiteX176" fmla="*/ 938574 w 12198158"/>
              <a:gd name="connsiteY176" fmla="*/ 4566821 h 4977304"/>
              <a:gd name="connsiteX177" fmla="*/ 857697 w 12198158"/>
              <a:gd name="connsiteY177" fmla="*/ 4525391 h 4977304"/>
              <a:gd name="connsiteX178" fmla="*/ 836981 w 12198158"/>
              <a:gd name="connsiteY178" fmla="*/ 4526708 h 4977304"/>
              <a:gd name="connsiteX179" fmla="*/ 816264 w 12198158"/>
              <a:gd name="connsiteY179" fmla="*/ 4524575 h 4977304"/>
              <a:gd name="connsiteX180" fmla="*/ 810965 w 12198158"/>
              <a:gd name="connsiteY180" fmla="*/ 4527718 h 4977304"/>
              <a:gd name="connsiteX181" fmla="*/ 796509 w 12198158"/>
              <a:gd name="connsiteY181" fmla="*/ 4527387 h 4977304"/>
              <a:gd name="connsiteX182" fmla="*/ 767389 w 12198158"/>
              <a:gd name="connsiteY182" fmla="*/ 4529784 h 4977304"/>
              <a:gd name="connsiteX183" fmla="*/ 762544 w 12198158"/>
              <a:gd name="connsiteY183" fmla="*/ 4527372 h 4977304"/>
              <a:gd name="connsiteX184" fmla="*/ 719567 w 12198158"/>
              <a:gd name="connsiteY184" fmla="*/ 4526534 h 4977304"/>
              <a:gd name="connsiteX185" fmla="*/ 719262 w 12198158"/>
              <a:gd name="connsiteY185" fmla="*/ 4525164 h 4977304"/>
              <a:gd name="connsiteX186" fmla="*/ 708402 w 12198158"/>
              <a:gd name="connsiteY186" fmla="*/ 4518999 h 4977304"/>
              <a:gd name="connsiteX187" fmla="*/ 596394 w 12198158"/>
              <a:gd name="connsiteY187" fmla="*/ 4472455 h 4977304"/>
              <a:gd name="connsiteX188" fmla="*/ 578149 w 12198158"/>
              <a:gd name="connsiteY188" fmla="*/ 4469575 h 4977304"/>
              <a:gd name="connsiteX189" fmla="*/ 571336 w 12198158"/>
              <a:gd name="connsiteY189" fmla="*/ 4469781 h 4977304"/>
              <a:gd name="connsiteX190" fmla="*/ 444802 w 12198158"/>
              <a:gd name="connsiteY190" fmla="*/ 4428480 h 4977304"/>
              <a:gd name="connsiteX191" fmla="*/ 403746 w 12198158"/>
              <a:gd name="connsiteY191" fmla="*/ 4422157 h 4977304"/>
              <a:gd name="connsiteX192" fmla="*/ 292240 w 12198158"/>
              <a:gd name="connsiteY192" fmla="*/ 4399681 h 4977304"/>
              <a:gd name="connsiteX193" fmla="*/ 118302 w 12198158"/>
              <a:gd name="connsiteY193" fmla="*/ 4343421 h 4977304"/>
              <a:gd name="connsiteX194" fmla="*/ 15516 w 12198158"/>
              <a:gd name="connsiteY194" fmla="*/ 4340320 h 4977304"/>
              <a:gd name="connsiteX195" fmla="*/ 2 w 12198158"/>
              <a:gd name="connsiteY195" fmla="*/ 4334381 h 4977304"/>
              <a:gd name="connsiteX196" fmla="*/ 2 w 12198158"/>
              <a:gd name="connsiteY196" fmla="*/ 3589361 h 4977304"/>
              <a:gd name="connsiteX197" fmla="*/ 0 w 12198158"/>
              <a:gd name="connsiteY197" fmla="*/ 3589361 h 4977304"/>
              <a:gd name="connsiteX198" fmla="*/ 0 w 12198158"/>
              <a:gd name="connsiteY198" fmla="*/ 3513036 h 4977304"/>
              <a:gd name="connsiteX199" fmla="*/ 0 w 12198158"/>
              <a:gd name="connsiteY199" fmla="*/ 0 h 4977304"/>
              <a:gd name="connsiteX0" fmla="*/ 0 w 12198158"/>
              <a:gd name="connsiteY0" fmla="*/ 0 h 4977304"/>
              <a:gd name="connsiteX1" fmla="*/ 12192000 w 12198158"/>
              <a:gd name="connsiteY1" fmla="*/ 0 h 4977304"/>
              <a:gd name="connsiteX2" fmla="*/ 12198158 w 12198158"/>
              <a:gd name="connsiteY2" fmla="*/ 3664565 h 4977304"/>
              <a:gd name="connsiteX3" fmla="*/ 12132764 w 12198158"/>
              <a:gd name="connsiteY3" fmla="*/ 3748492 h 4977304"/>
              <a:gd name="connsiteX4" fmla="*/ 12053056 w 12198158"/>
              <a:gd name="connsiteY4" fmla="*/ 3749753 h 4977304"/>
              <a:gd name="connsiteX5" fmla="*/ 11938513 w 12198158"/>
              <a:gd name="connsiteY5" fmla="*/ 3754367 h 4977304"/>
              <a:gd name="connsiteX6" fmla="*/ 11853342 w 12198158"/>
              <a:gd name="connsiteY6" fmla="*/ 3782688 h 4977304"/>
              <a:gd name="connsiteX7" fmla="*/ 11704569 w 12198158"/>
              <a:gd name="connsiteY7" fmla="*/ 3839336 h 4977304"/>
              <a:gd name="connsiteX8" fmla="*/ 11577641 w 12198158"/>
              <a:gd name="connsiteY8" fmla="*/ 3885996 h 4977304"/>
              <a:gd name="connsiteX9" fmla="*/ 11508791 w 12198158"/>
              <a:gd name="connsiteY9" fmla="*/ 3969283 h 4977304"/>
              <a:gd name="connsiteX10" fmla="*/ 11388373 w 12198158"/>
              <a:gd name="connsiteY10" fmla="*/ 4027440 h 4977304"/>
              <a:gd name="connsiteX11" fmla="*/ 11276406 w 12198158"/>
              <a:gd name="connsiteY11" fmla="*/ 4056099 h 4977304"/>
              <a:gd name="connsiteX12" fmla="*/ 11190251 w 12198158"/>
              <a:gd name="connsiteY12" fmla="*/ 4073272 h 4977304"/>
              <a:gd name="connsiteX13" fmla="*/ 11139995 w 12198158"/>
              <a:gd name="connsiteY13" fmla="*/ 4081811 h 4977304"/>
              <a:gd name="connsiteX14" fmla="*/ 11040727 w 12198158"/>
              <a:gd name="connsiteY14" fmla="*/ 4081109 h 4977304"/>
              <a:gd name="connsiteX15" fmla="*/ 10969005 w 12198158"/>
              <a:gd name="connsiteY15" fmla="*/ 4091154 h 4977304"/>
              <a:gd name="connsiteX16" fmla="*/ 10899772 w 12198158"/>
              <a:gd name="connsiteY16" fmla="*/ 4122857 h 4977304"/>
              <a:gd name="connsiteX17" fmla="*/ 10838983 w 12198158"/>
              <a:gd name="connsiteY17" fmla="*/ 4155791 h 4977304"/>
              <a:gd name="connsiteX18" fmla="*/ 10769520 w 12198158"/>
              <a:gd name="connsiteY18" fmla="*/ 4198574 h 4977304"/>
              <a:gd name="connsiteX19" fmla="*/ 10570843 w 12198158"/>
              <a:gd name="connsiteY19" fmla="*/ 4255424 h 4977304"/>
              <a:gd name="connsiteX20" fmla="*/ 10512263 w 12198158"/>
              <a:gd name="connsiteY20" fmla="*/ 4291698 h 4977304"/>
              <a:gd name="connsiteX21" fmla="*/ 10439016 w 12198158"/>
              <a:gd name="connsiteY21" fmla="*/ 4293933 h 4977304"/>
              <a:gd name="connsiteX22" fmla="*/ 10376941 w 12198158"/>
              <a:gd name="connsiteY22" fmla="*/ 4298111 h 4977304"/>
              <a:gd name="connsiteX23" fmla="*/ 10329960 w 12198158"/>
              <a:gd name="connsiteY23" fmla="*/ 4298774 h 4977304"/>
              <a:gd name="connsiteX24" fmla="*/ 10254256 w 12198158"/>
              <a:gd name="connsiteY24" fmla="*/ 4309364 h 4977304"/>
              <a:gd name="connsiteX25" fmla="*/ 10119745 w 12198158"/>
              <a:gd name="connsiteY25" fmla="*/ 4321869 h 4977304"/>
              <a:gd name="connsiteX26" fmla="*/ 10075444 w 12198158"/>
              <a:gd name="connsiteY26" fmla="*/ 4324144 h 4977304"/>
              <a:gd name="connsiteX27" fmla="*/ 10032543 w 12198158"/>
              <a:gd name="connsiteY27" fmla="*/ 4322337 h 4977304"/>
              <a:gd name="connsiteX28" fmla="*/ 9953375 w 12198158"/>
              <a:gd name="connsiteY28" fmla="*/ 4339186 h 4977304"/>
              <a:gd name="connsiteX29" fmla="*/ 9841223 w 12198158"/>
              <a:gd name="connsiteY29" fmla="*/ 4346536 h 4977304"/>
              <a:gd name="connsiteX30" fmla="*/ 9721820 w 12198158"/>
              <a:gd name="connsiteY30" fmla="*/ 4368481 h 4977304"/>
              <a:gd name="connsiteX31" fmla="*/ 9578114 w 12198158"/>
              <a:gd name="connsiteY31" fmla="*/ 4380883 h 4977304"/>
              <a:gd name="connsiteX32" fmla="*/ 9336820 w 12198158"/>
              <a:gd name="connsiteY32" fmla="*/ 4430514 h 4977304"/>
              <a:gd name="connsiteX33" fmla="*/ 9272837 w 12198158"/>
              <a:gd name="connsiteY33" fmla="*/ 4491645 h 4977304"/>
              <a:gd name="connsiteX34" fmla="*/ 9188677 w 12198158"/>
              <a:gd name="connsiteY34" fmla="*/ 4497828 h 4977304"/>
              <a:gd name="connsiteX35" fmla="*/ 9183116 w 12198158"/>
              <a:gd name="connsiteY35" fmla="*/ 4507862 h 4977304"/>
              <a:gd name="connsiteX36" fmla="*/ 9145128 w 12198158"/>
              <a:gd name="connsiteY36" fmla="*/ 4520027 h 4977304"/>
              <a:gd name="connsiteX37" fmla="*/ 9144106 w 12198158"/>
              <a:gd name="connsiteY37" fmla="*/ 4518870 h 4977304"/>
              <a:gd name="connsiteX38" fmla="*/ 9131223 w 12198158"/>
              <a:gd name="connsiteY38" fmla="*/ 4516515 h 4977304"/>
              <a:gd name="connsiteX39" fmla="*/ 9107733 w 12198158"/>
              <a:gd name="connsiteY39" fmla="*/ 4515031 h 4977304"/>
              <a:gd name="connsiteX40" fmla="*/ 9047414 w 12198158"/>
              <a:gd name="connsiteY40" fmla="*/ 4506003 h 4977304"/>
              <a:gd name="connsiteX41" fmla="*/ 8999479 w 12198158"/>
              <a:gd name="connsiteY41" fmla="*/ 4509570 h 4977304"/>
              <a:gd name="connsiteX42" fmla="*/ 8999194 w 12198158"/>
              <a:gd name="connsiteY42" fmla="*/ 4509309 h 4977304"/>
              <a:gd name="connsiteX43" fmla="*/ 8990231 w 12198158"/>
              <a:gd name="connsiteY43" fmla="*/ 4510625 h 4977304"/>
              <a:gd name="connsiteX44" fmla="*/ 8984397 w 12198158"/>
              <a:gd name="connsiteY44" fmla="*/ 4512863 h 4977304"/>
              <a:gd name="connsiteX45" fmla="*/ 8968351 w 12198158"/>
              <a:gd name="connsiteY45" fmla="*/ 4516366 h 4977304"/>
              <a:gd name="connsiteX46" fmla="*/ 8962029 w 12198158"/>
              <a:gd name="connsiteY46" fmla="*/ 4515606 h 4977304"/>
              <a:gd name="connsiteX47" fmla="*/ 8957069 w 12198158"/>
              <a:gd name="connsiteY47" fmla="*/ 4513190 h 4977304"/>
              <a:gd name="connsiteX48" fmla="*/ 8889695 w 12198158"/>
              <a:gd name="connsiteY48" fmla="*/ 4533539 h 4977304"/>
              <a:gd name="connsiteX49" fmla="*/ 8746606 w 12198158"/>
              <a:gd name="connsiteY49" fmla="*/ 4530613 h 4977304"/>
              <a:gd name="connsiteX50" fmla="*/ 8702038 w 12198158"/>
              <a:gd name="connsiteY50" fmla="*/ 4532895 h 4977304"/>
              <a:gd name="connsiteX51" fmla="*/ 8590337 w 12198158"/>
              <a:gd name="connsiteY51" fmla="*/ 4542204 h 4977304"/>
              <a:gd name="connsiteX52" fmla="*/ 8519543 w 12198158"/>
              <a:gd name="connsiteY52" fmla="*/ 4526086 h 4977304"/>
              <a:gd name="connsiteX53" fmla="*/ 8505306 w 12198158"/>
              <a:gd name="connsiteY53" fmla="*/ 4532509 h 4977304"/>
              <a:gd name="connsiteX54" fmla="*/ 8500493 w 12198158"/>
              <a:gd name="connsiteY54" fmla="*/ 4535768 h 4977304"/>
              <a:gd name="connsiteX55" fmla="*/ 8492299 w 12198158"/>
              <a:gd name="connsiteY55" fmla="*/ 4538742 h 4977304"/>
              <a:gd name="connsiteX56" fmla="*/ 8491926 w 12198158"/>
              <a:gd name="connsiteY56" fmla="*/ 4538547 h 4977304"/>
              <a:gd name="connsiteX57" fmla="*/ 8484586 w 12198158"/>
              <a:gd name="connsiteY57" fmla="*/ 4541860 h 4977304"/>
              <a:gd name="connsiteX58" fmla="*/ 8361601 w 12198158"/>
              <a:gd name="connsiteY58" fmla="*/ 4557109 h 4977304"/>
              <a:gd name="connsiteX59" fmla="*/ 8348227 w 12198158"/>
              <a:gd name="connsiteY59" fmla="*/ 4557320 h 4977304"/>
              <a:gd name="connsiteX60" fmla="*/ 8346801 w 12198158"/>
              <a:gd name="connsiteY60" fmla="*/ 4556408 h 4977304"/>
              <a:gd name="connsiteX61" fmla="*/ 8308886 w 12198158"/>
              <a:gd name="connsiteY61" fmla="*/ 4575677 h 4977304"/>
              <a:gd name="connsiteX62" fmla="*/ 8289640 w 12198158"/>
              <a:gd name="connsiteY62" fmla="*/ 4590767 h 4977304"/>
              <a:gd name="connsiteX63" fmla="*/ 8278750 w 12198158"/>
              <a:gd name="connsiteY63" fmla="*/ 4597091 h 4977304"/>
              <a:gd name="connsiteX64" fmla="*/ 8277624 w 12198158"/>
              <a:gd name="connsiteY64" fmla="*/ 4601916 h 4977304"/>
              <a:gd name="connsiteX65" fmla="*/ 8260561 w 12198158"/>
              <a:gd name="connsiteY65" fmla="*/ 4609708 h 4977304"/>
              <a:gd name="connsiteX66" fmla="*/ 8257864 w 12198158"/>
              <a:gd name="connsiteY66" fmla="*/ 4609458 h 4977304"/>
              <a:gd name="connsiteX67" fmla="*/ 8246529 w 12198158"/>
              <a:gd name="connsiteY67" fmla="*/ 4620148 h 4977304"/>
              <a:gd name="connsiteX68" fmla="*/ 8240334 w 12198158"/>
              <a:gd name="connsiteY68" fmla="*/ 4634257 h 4977304"/>
              <a:gd name="connsiteX69" fmla="*/ 8084875 w 12198158"/>
              <a:gd name="connsiteY69" fmla="*/ 4684387 h 4977304"/>
              <a:gd name="connsiteX70" fmla="*/ 7900134 w 12198158"/>
              <a:gd name="connsiteY70" fmla="*/ 4729969 h 4977304"/>
              <a:gd name="connsiteX71" fmla="*/ 7713595 w 12198158"/>
              <a:gd name="connsiteY71" fmla="*/ 4757895 h 4977304"/>
              <a:gd name="connsiteX72" fmla="*/ 7609267 w 12198158"/>
              <a:gd name="connsiteY72" fmla="*/ 4754126 h 4977304"/>
              <a:gd name="connsiteX73" fmla="*/ 7522521 w 12198158"/>
              <a:gd name="connsiteY73" fmla="*/ 4760455 h 4977304"/>
              <a:gd name="connsiteX74" fmla="*/ 7514554 w 12198158"/>
              <a:gd name="connsiteY74" fmla="*/ 4763228 h 4977304"/>
              <a:gd name="connsiteX75" fmla="*/ 7502403 w 12198158"/>
              <a:gd name="connsiteY75" fmla="*/ 4764677 h 4977304"/>
              <a:gd name="connsiteX76" fmla="*/ 7502032 w 12198158"/>
              <a:gd name="connsiteY76" fmla="*/ 4764322 h 4977304"/>
              <a:gd name="connsiteX77" fmla="*/ 7490794 w 12198158"/>
              <a:gd name="connsiteY77" fmla="*/ 4766442 h 4977304"/>
              <a:gd name="connsiteX78" fmla="*/ 7400450 w 12198158"/>
              <a:gd name="connsiteY78" fmla="*/ 4757640 h 4977304"/>
              <a:gd name="connsiteX79" fmla="*/ 7307302 w 12198158"/>
              <a:gd name="connsiteY79" fmla="*/ 4747220 h 4977304"/>
              <a:gd name="connsiteX80" fmla="*/ 7305976 w 12198158"/>
              <a:gd name="connsiteY80" fmla="*/ 4745654 h 4977304"/>
              <a:gd name="connsiteX81" fmla="*/ 7213744 w 12198158"/>
              <a:gd name="connsiteY81" fmla="*/ 4773074 h 4977304"/>
              <a:gd name="connsiteX82" fmla="*/ 7196298 w 12198158"/>
              <a:gd name="connsiteY82" fmla="*/ 4778016 h 4977304"/>
              <a:gd name="connsiteX83" fmla="*/ 7192202 w 12198158"/>
              <a:gd name="connsiteY83" fmla="*/ 4783834 h 4977304"/>
              <a:gd name="connsiteX84" fmla="*/ 7166024 w 12198158"/>
              <a:gd name="connsiteY84" fmla="*/ 4788882 h 4977304"/>
              <a:gd name="connsiteX85" fmla="*/ 7092253 w 12198158"/>
              <a:gd name="connsiteY85" fmla="*/ 4802161 h 4977304"/>
              <a:gd name="connsiteX86" fmla="*/ 7013814 w 12198158"/>
              <a:gd name="connsiteY86" fmla="*/ 4801755 h 4977304"/>
              <a:gd name="connsiteX87" fmla="*/ 6899540 w 12198158"/>
              <a:gd name="connsiteY87" fmla="*/ 4833798 h 4977304"/>
              <a:gd name="connsiteX88" fmla="*/ 6703746 w 12198158"/>
              <a:gd name="connsiteY88" fmla="*/ 4864157 h 4977304"/>
              <a:gd name="connsiteX89" fmla="*/ 6545085 w 12198158"/>
              <a:gd name="connsiteY89" fmla="*/ 4895408 h 4977304"/>
              <a:gd name="connsiteX90" fmla="*/ 6313345 w 12198158"/>
              <a:gd name="connsiteY90" fmla="*/ 4946232 h 4977304"/>
              <a:gd name="connsiteX91" fmla="*/ 6164558 w 12198158"/>
              <a:gd name="connsiteY91" fmla="*/ 4948498 h 4977304"/>
              <a:gd name="connsiteX92" fmla="*/ 6069796 w 12198158"/>
              <a:gd name="connsiteY92" fmla="*/ 4970720 h 4977304"/>
              <a:gd name="connsiteX93" fmla="*/ 6064481 w 12198158"/>
              <a:gd name="connsiteY93" fmla="*/ 4969051 h 4977304"/>
              <a:gd name="connsiteX94" fmla="*/ 6044602 w 12198158"/>
              <a:gd name="connsiteY94" fmla="*/ 4969792 h 4977304"/>
              <a:gd name="connsiteX95" fmla="*/ 6037252 w 12198158"/>
              <a:gd name="connsiteY95" fmla="*/ 4960726 h 4977304"/>
              <a:gd name="connsiteX96" fmla="*/ 6006081 w 12198158"/>
              <a:gd name="connsiteY96" fmla="*/ 4955195 h 4977304"/>
              <a:gd name="connsiteX97" fmla="*/ 5920065 w 12198158"/>
              <a:gd name="connsiteY97" fmla="*/ 4944866 h 4977304"/>
              <a:gd name="connsiteX98" fmla="*/ 5755077 w 12198158"/>
              <a:gd name="connsiteY98" fmla="*/ 4976193 h 4977304"/>
              <a:gd name="connsiteX99" fmla="*/ 5623207 w 12198158"/>
              <a:gd name="connsiteY99" fmla="*/ 4977304 h 4977304"/>
              <a:gd name="connsiteX100" fmla="*/ 5467256 w 12198158"/>
              <a:gd name="connsiteY100" fmla="*/ 4962079 h 4977304"/>
              <a:gd name="connsiteX101" fmla="*/ 5429137 w 12198158"/>
              <a:gd name="connsiteY101" fmla="*/ 4949858 h 4977304"/>
              <a:gd name="connsiteX102" fmla="*/ 5378078 w 12198158"/>
              <a:gd name="connsiteY102" fmla="*/ 4930634 h 4977304"/>
              <a:gd name="connsiteX103" fmla="*/ 5258253 w 12198158"/>
              <a:gd name="connsiteY103" fmla="*/ 4908461 h 4977304"/>
              <a:gd name="connsiteX104" fmla="*/ 5219477 w 12198158"/>
              <a:gd name="connsiteY104" fmla="*/ 4896381 h 4977304"/>
              <a:gd name="connsiteX105" fmla="*/ 5171208 w 12198158"/>
              <a:gd name="connsiteY105" fmla="*/ 4893134 h 4977304"/>
              <a:gd name="connsiteX106" fmla="*/ 5153115 w 12198158"/>
              <a:gd name="connsiteY106" fmla="*/ 4885290 h 4977304"/>
              <a:gd name="connsiteX107" fmla="*/ 5139168 w 12198158"/>
              <a:gd name="connsiteY107" fmla="*/ 4881597 h 4977304"/>
              <a:gd name="connsiteX108" fmla="*/ 5136167 w 12198158"/>
              <a:gd name="connsiteY108" fmla="*/ 4879315 h 4977304"/>
              <a:gd name="connsiteX109" fmla="*/ 5118243 w 12198158"/>
              <a:gd name="connsiteY109" fmla="*/ 4867529 h 4977304"/>
              <a:gd name="connsiteX110" fmla="*/ 5062411 w 12198158"/>
              <a:gd name="connsiteY110" fmla="*/ 4874665 h 4977304"/>
              <a:gd name="connsiteX111" fmla="*/ 5008170 w 12198158"/>
              <a:gd name="connsiteY111" fmla="*/ 4856876 h 4977304"/>
              <a:gd name="connsiteX112" fmla="*/ 4837210 w 12198158"/>
              <a:gd name="connsiteY112" fmla="*/ 4830794 h 4977304"/>
              <a:gd name="connsiteX113" fmla="*/ 4759270 w 12198158"/>
              <a:gd name="connsiteY113" fmla="*/ 4800638 h 4977304"/>
              <a:gd name="connsiteX114" fmla="*/ 4720035 w 12198158"/>
              <a:gd name="connsiteY114" fmla="*/ 4790848 h 4977304"/>
              <a:gd name="connsiteX115" fmla="*/ 4718027 w 12198158"/>
              <a:gd name="connsiteY115" fmla="*/ 4790035 h 4977304"/>
              <a:gd name="connsiteX116" fmla="*/ 4718961 w 12198158"/>
              <a:gd name="connsiteY116" fmla="*/ 4789806 h 4977304"/>
              <a:gd name="connsiteX117" fmla="*/ 4714055 w 12198158"/>
              <a:gd name="connsiteY117" fmla="*/ 4788426 h 4977304"/>
              <a:gd name="connsiteX118" fmla="*/ 4718027 w 12198158"/>
              <a:gd name="connsiteY118" fmla="*/ 4790035 h 4977304"/>
              <a:gd name="connsiteX119" fmla="*/ 4712381 w 12198158"/>
              <a:gd name="connsiteY119" fmla="*/ 4791420 h 4977304"/>
              <a:gd name="connsiteX120" fmla="*/ 4512801 w 12198158"/>
              <a:gd name="connsiteY120" fmla="*/ 4780666 h 4977304"/>
              <a:gd name="connsiteX121" fmla="*/ 4425588 w 12198158"/>
              <a:gd name="connsiteY121" fmla="*/ 4769100 h 4977304"/>
              <a:gd name="connsiteX122" fmla="*/ 4314086 w 12198158"/>
              <a:gd name="connsiteY122" fmla="*/ 4774822 h 4977304"/>
              <a:gd name="connsiteX123" fmla="*/ 4312230 w 12198158"/>
              <a:gd name="connsiteY123" fmla="*/ 4773365 h 4977304"/>
              <a:gd name="connsiteX124" fmla="*/ 4292278 w 12198158"/>
              <a:gd name="connsiteY124" fmla="*/ 4771325 h 4977304"/>
              <a:gd name="connsiteX125" fmla="*/ 4287201 w 12198158"/>
              <a:gd name="connsiteY125" fmla="*/ 4774493 h 4977304"/>
              <a:gd name="connsiteX126" fmla="*/ 4273289 w 12198158"/>
              <a:gd name="connsiteY126" fmla="*/ 4774225 h 4977304"/>
              <a:gd name="connsiteX127" fmla="*/ 4245283 w 12198158"/>
              <a:gd name="connsiteY127" fmla="*/ 4776749 h 4977304"/>
              <a:gd name="connsiteX128" fmla="*/ 4199245 w 12198158"/>
              <a:gd name="connsiteY128" fmla="*/ 4773714 h 4977304"/>
              <a:gd name="connsiteX129" fmla="*/ 4198941 w 12198158"/>
              <a:gd name="connsiteY129" fmla="*/ 4772347 h 4977304"/>
              <a:gd name="connsiteX130" fmla="*/ 4188453 w 12198158"/>
              <a:gd name="connsiteY130" fmla="*/ 4766228 h 4977304"/>
              <a:gd name="connsiteX131" fmla="*/ 4139982 w 12198158"/>
              <a:gd name="connsiteY131" fmla="*/ 4748999 h 4977304"/>
              <a:gd name="connsiteX132" fmla="*/ 4080374 w 12198158"/>
              <a:gd name="connsiteY132" fmla="*/ 4720184 h 4977304"/>
              <a:gd name="connsiteX133" fmla="*/ 4071828 w 12198158"/>
              <a:gd name="connsiteY133" fmla="*/ 4719278 h 4977304"/>
              <a:gd name="connsiteX134" fmla="*/ 4071710 w 12198158"/>
              <a:gd name="connsiteY134" fmla="*/ 4718953 h 4977304"/>
              <a:gd name="connsiteX135" fmla="*/ 4056247 w 12198158"/>
              <a:gd name="connsiteY135" fmla="*/ 4717622 h 4977304"/>
              <a:gd name="connsiteX136" fmla="*/ 4039668 w 12198158"/>
              <a:gd name="connsiteY136" fmla="*/ 4715861 h 4977304"/>
              <a:gd name="connsiteX137" fmla="*/ 4034303 w 12198158"/>
              <a:gd name="connsiteY137" fmla="*/ 4713218 h 4977304"/>
              <a:gd name="connsiteX138" fmla="*/ 4032672 w 12198158"/>
              <a:gd name="connsiteY138" fmla="*/ 4709236 h 4977304"/>
              <a:gd name="connsiteX139" fmla="*/ 4031088 w 12198158"/>
              <a:gd name="connsiteY139" fmla="*/ 4709491 h 4977304"/>
              <a:gd name="connsiteX140" fmla="*/ 4001867 w 12198158"/>
              <a:gd name="connsiteY140" fmla="*/ 4695842 h 4977304"/>
              <a:gd name="connsiteX141" fmla="*/ 3934220 w 12198158"/>
              <a:gd name="connsiteY141" fmla="*/ 4676884 h 4977304"/>
              <a:gd name="connsiteX142" fmla="*/ 3894676 w 12198158"/>
              <a:gd name="connsiteY142" fmla="*/ 4670743 h 4977304"/>
              <a:gd name="connsiteX143" fmla="*/ 3787232 w 12198158"/>
              <a:gd name="connsiteY143" fmla="*/ 4648764 h 4977304"/>
              <a:gd name="connsiteX144" fmla="*/ 3680057 w 12198158"/>
              <a:gd name="connsiteY144" fmla="*/ 4622784 h 4977304"/>
              <a:gd name="connsiteX145" fmla="*/ 3607627 w 12198158"/>
              <a:gd name="connsiteY145" fmla="*/ 4587738 h 4977304"/>
              <a:gd name="connsiteX146" fmla="*/ 3601451 w 12198158"/>
              <a:gd name="connsiteY146" fmla="*/ 4589218 h 4977304"/>
              <a:gd name="connsiteX147" fmla="*/ 3592338 w 12198158"/>
              <a:gd name="connsiteY147" fmla="*/ 4589396 h 4977304"/>
              <a:gd name="connsiteX148" fmla="*/ 3592104 w 12198158"/>
              <a:gd name="connsiteY148" fmla="*/ 4589103 h 4977304"/>
              <a:gd name="connsiteX149" fmla="*/ 3583586 w 12198158"/>
              <a:gd name="connsiteY149" fmla="*/ 4589853 h 4977304"/>
              <a:gd name="connsiteX150" fmla="*/ 3533777 w 12198158"/>
              <a:gd name="connsiteY150" fmla="*/ 4579320 h 4977304"/>
              <a:gd name="connsiteX151" fmla="*/ 3470906 w 12198158"/>
              <a:gd name="connsiteY151" fmla="*/ 4575344 h 4977304"/>
              <a:gd name="connsiteX152" fmla="*/ 3398460 w 12198158"/>
              <a:gd name="connsiteY152" fmla="*/ 4562260 h 4977304"/>
              <a:gd name="connsiteX153" fmla="*/ 3361644 w 12198158"/>
              <a:gd name="connsiteY153" fmla="*/ 4580670 h 4977304"/>
              <a:gd name="connsiteX154" fmla="*/ 3341795 w 12198158"/>
              <a:gd name="connsiteY154" fmla="*/ 4582496 h 4977304"/>
              <a:gd name="connsiteX155" fmla="*/ 3339469 w 12198158"/>
              <a:gd name="connsiteY155" fmla="*/ 4581438 h 4977304"/>
              <a:gd name="connsiteX156" fmla="*/ 3260180 w 12198158"/>
              <a:gd name="connsiteY156" fmla="*/ 4587820 h 4977304"/>
              <a:gd name="connsiteX157" fmla="*/ 3140460 w 12198158"/>
              <a:gd name="connsiteY157" fmla="*/ 4596263 h 4977304"/>
              <a:gd name="connsiteX158" fmla="*/ 3028270 w 12198158"/>
              <a:gd name="connsiteY158" fmla="*/ 4599134 h 4977304"/>
              <a:gd name="connsiteX159" fmla="*/ 2779714 w 12198158"/>
              <a:gd name="connsiteY159" fmla="*/ 4622831 h 4977304"/>
              <a:gd name="connsiteX160" fmla="*/ 2649525 w 12198158"/>
              <a:gd name="connsiteY160" fmla="*/ 4658086 h 4977304"/>
              <a:gd name="connsiteX161" fmla="*/ 2566315 w 12198158"/>
              <a:gd name="connsiteY161" fmla="*/ 4605776 h 4977304"/>
              <a:gd name="connsiteX162" fmla="*/ 2441626 w 12198158"/>
              <a:gd name="connsiteY162" fmla="*/ 4620872 h 4977304"/>
              <a:gd name="connsiteX163" fmla="*/ 2313568 w 12198158"/>
              <a:gd name="connsiteY163" fmla="*/ 4630067 h 4977304"/>
              <a:gd name="connsiteX164" fmla="*/ 2207105 w 12198158"/>
              <a:gd name="connsiteY164" fmla="*/ 4624384 h 4977304"/>
              <a:gd name="connsiteX165" fmla="*/ 2093268 w 12198158"/>
              <a:gd name="connsiteY165" fmla="*/ 4606236 h 4977304"/>
              <a:gd name="connsiteX166" fmla="*/ 1996024 w 12198158"/>
              <a:gd name="connsiteY166" fmla="*/ 4597526 h 4977304"/>
              <a:gd name="connsiteX167" fmla="*/ 1926886 w 12198158"/>
              <a:gd name="connsiteY167" fmla="*/ 4621358 h 4977304"/>
              <a:gd name="connsiteX168" fmla="*/ 1920368 w 12198158"/>
              <a:gd name="connsiteY168" fmla="*/ 4616112 h 4977304"/>
              <a:gd name="connsiteX169" fmla="*/ 1871831 w 12198158"/>
              <a:gd name="connsiteY169" fmla="*/ 4617844 h 4977304"/>
              <a:gd name="connsiteX170" fmla="*/ 1785463 w 12198158"/>
              <a:gd name="connsiteY170" fmla="*/ 4647841 h 4977304"/>
              <a:gd name="connsiteX171" fmla="*/ 1737045 w 12198158"/>
              <a:gd name="connsiteY171" fmla="*/ 4642356 h 4977304"/>
              <a:gd name="connsiteX172" fmla="*/ 1673954 w 12198158"/>
              <a:gd name="connsiteY172" fmla="*/ 4624601 h 4977304"/>
              <a:gd name="connsiteX173" fmla="*/ 1602834 w 12198158"/>
              <a:gd name="connsiteY173" fmla="*/ 4640924 h 4977304"/>
              <a:gd name="connsiteX174" fmla="*/ 1490351 w 12198158"/>
              <a:gd name="connsiteY174" fmla="*/ 4613132 h 4977304"/>
              <a:gd name="connsiteX175" fmla="*/ 1149212 w 12198158"/>
              <a:gd name="connsiteY175" fmla="*/ 4564210 h 4977304"/>
              <a:gd name="connsiteX176" fmla="*/ 938574 w 12198158"/>
              <a:gd name="connsiteY176" fmla="*/ 4566821 h 4977304"/>
              <a:gd name="connsiteX177" fmla="*/ 857697 w 12198158"/>
              <a:gd name="connsiteY177" fmla="*/ 4525391 h 4977304"/>
              <a:gd name="connsiteX178" fmla="*/ 836981 w 12198158"/>
              <a:gd name="connsiteY178" fmla="*/ 4526708 h 4977304"/>
              <a:gd name="connsiteX179" fmla="*/ 816264 w 12198158"/>
              <a:gd name="connsiteY179" fmla="*/ 4524575 h 4977304"/>
              <a:gd name="connsiteX180" fmla="*/ 810965 w 12198158"/>
              <a:gd name="connsiteY180" fmla="*/ 4527718 h 4977304"/>
              <a:gd name="connsiteX181" fmla="*/ 796509 w 12198158"/>
              <a:gd name="connsiteY181" fmla="*/ 4527387 h 4977304"/>
              <a:gd name="connsiteX182" fmla="*/ 767389 w 12198158"/>
              <a:gd name="connsiteY182" fmla="*/ 4529784 h 4977304"/>
              <a:gd name="connsiteX183" fmla="*/ 762544 w 12198158"/>
              <a:gd name="connsiteY183" fmla="*/ 4527372 h 4977304"/>
              <a:gd name="connsiteX184" fmla="*/ 719567 w 12198158"/>
              <a:gd name="connsiteY184" fmla="*/ 4526534 h 4977304"/>
              <a:gd name="connsiteX185" fmla="*/ 719262 w 12198158"/>
              <a:gd name="connsiteY185" fmla="*/ 4525164 h 4977304"/>
              <a:gd name="connsiteX186" fmla="*/ 708402 w 12198158"/>
              <a:gd name="connsiteY186" fmla="*/ 4518999 h 4977304"/>
              <a:gd name="connsiteX187" fmla="*/ 596394 w 12198158"/>
              <a:gd name="connsiteY187" fmla="*/ 4472455 h 4977304"/>
              <a:gd name="connsiteX188" fmla="*/ 578149 w 12198158"/>
              <a:gd name="connsiteY188" fmla="*/ 4469575 h 4977304"/>
              <a:gd name="connsiteX189" fmla="*/ 571336 w 12198158"/>
              <a:gd name="connsiteY189" fmla="*/ 4469781 h 4977304"/>
              <a:gd name="connsiteX190" fmla="*/ 444802 w 12198158"/>
              <a:gd name="connsiteY190" fmla="*/ 4428480 h 4977304"/>
              <a:gd name="connsiteX191" fmla="*/ 403746 w 12198158"/>
              <a:gd name="connsiteY191" fmla="*/ 4422157 h 4977304"/>
              <a:gd name="connsiteX192" fmla="*/ 292240 w 12198158"/>
              <a:gd name="connsiteY192" fmla="*/ 4399681 h 4977304"/>
              <a:gd name="connsiteX193" fmla="*/ 118302 w 12198158"/>
              <a:gd name="connsiteY193" fmla="*/ 4343421 h 4977304"/>
              <a:gd name="connsiteX194" fmla="*/ 15516 w 12198158"/>
              <a:gd name="connsiteY194" fmla="*/ 4340320 h 4977304"/>
              <a:gd name="connsiteX195" fmla="*/ 2 w 12198158"/>
              <a:gd name="connsiteY195" fmla="*/ 4334381 h 4977304"/>
              <a:gd name="connsiteX196" fmla="*/ 2 w 12198158"/>
              <a:gd name="connsiteY196" fmla="*/ 3589361 h 4977304"/>
              <a:gd name="connsiteX197" fmla="*/ 0 w 12198158"/>
              <a:gd name="connsiteY197" fmla="*/ 3589361 h 4977304"/>
              <a:gd name="connsiteX198" fmla="*/ 0 w 12198158"/>
              <a:gd name="connsiteY198" fmla="*/ 0 h 4977304"/>
              <a:gd name="connsiteX0" fmla="*/ 0 w 12198158"/>
              <a:gd name="connsiteY0" fmla="*/ 0 h 4977304"/>
              <a:gd name="connsiteX1" fmla="*/ 12192000 w 12198158"/>
              <a:gd name="connsiteY1" fmla="*/ 0 h 4977304"/>
              <a:gd name="connsiteX2" fmla="*/ 12198158 w 12198158"/>
              <a:gd name="connsiteY2" fmla="*/ 3664565 h 4977304"/>
              <a:gd name="connsiteX3" fmla="*/ 12132764 w 12198158"/>
              <a:gd name="connsiteY3" fmla="*/ 3748492 h 4977304"/>
              <a:gd name="connsiteX4" fmla="*/ 12053056 w 12198158"/>
              <a:gd name="connsiteY4" fmla="*/ 3749753 h 4977304"/>
              <a:gd name="connsiteX5" fmla="*/ 11938513 w 12198158"/>
              <a:gd name="connsiteY5" fmla="*/ 3754367 h 4977304"/>
              <a:gd name="connsiteX6" fmla="*/ 11853342 w 12198158"/>
              <a:gd name="connsiteY6" fmla="*/ 3782688 h 4977304"/>
              <a:gd name="connsiteX7" fmla="*/ 11704569 w 12198158"/>
              <a:gd name="connsiteY7" fmla="*/ 3839336 h 4977304"/>
              <a:gd name="connsiteX8" fmla="*/ 11577641 w 12198158"/>
              <a:gd name="connsiteY8" fmla="*/ 3885996 h 4977304"/>
              <a:gd name="connsiteX9" fmla="*/ 11508791 w 12198158"/>
              <a:gd name="connsiteY9" fmla="*/ 3969283 h 4977304"/>
              <a:gd name="connsiteX10" fmla="*/ 11388373 w 12198158"/>
              <a:gd name="connsiteY10" fmla="*/ 4027440 h 4977304"/>
              <a:gd name="connsiteX11" fmla="*/ 11276406 w 12198158"/>
              <a:gd name="connsiteY11" fmla="*/ 4056099 h 4977304"/>
              <a:gd name="connsiteX12" fmla="*/ 11190251 w 12198158"/>
              <a:gd name="connsiteY12" fmla="*/ 4073272 h 4977304"/>
              <a:gd name="connsiteX13" fmla="*/ 11139995 w 12198158"/>
              <a:gd name="connsiteY13" fmla="*/ 4081811 h 4977304"/>
              <a:gd name="connsiteX14" fmla="*/ 11040727 w 12198158"/>
              <a:gd name="connsiteY14" fmla="*/ 4081109 h 4977304"/>
              <a:gd name="connsiteX15" fmla="*/ 10969005 w 12198158"/>
              <a:gd name="connsiteY15" fmla="*/ 4091154 h 4977304"/>
              <a:gd name="connsiteX16" fmla="*/ 10899772 w 12198158"/>
              <a:gd name="connsiteY16" fmla="*/ 4122857 h 4977304"/>
              <a:gd name="connsiteX17" fmla="*/ 10838983 w 12198158"/>
              <a:gd name="connsiteY17" fmla="*/ 4155791 h 4977304"/>
              <a:gd name="connsiteX18" fmla="*/ 10769520 w 12198158"/>
              <a:gd name="connsiteY18" fmla="*/ 4198574 h 4977304"/>
              <a:gd name="connsiteX19" fmla="*/ 10570843 w 12198158"/>
              <a:gd name="connsiteY19" fmla="*/ 4255424 h 4977304"/>
              <a:gd name="connsiteX20" fmla="*/ 10512263 w 12198158"/>
              <a:gd name="connsiteY20" fmla="*/ 4291698 h 4977304"/>
              <a:gd name="connsiteX21" fmla="*/ 10439016 w 12198158"/>
              <a:gd name="connsiteY21" fmla="*/ 4293933 h 4977304"/>
              <a:gd name="connsiteX22" fmla="*/ 10376941 w 12198158"/>
              <a:gd name="connsiteY22" fmla="*/ 4298111 h 4977304"/>
              <a:gd name="connsiteX23" fmla="*/ 10329960 w 12198158"/>
              <a:gd name="connsiteY23" fmla="*/ 4298774 h 4977304"/>
              <a:gd name="connsiteX24" fmla="*/ 10254256 w 12198158"/>
              <a:gd name="connsiteY24" fmla="*/ 4309364 h 4977304"/>
              <a:gd name="connsiteX25" fmla="*/ 10119745 w 12198158"/>
              <a:gd name="connsiteY25" fmla="*/ 4321869 h 4977304"/>
              <a:gd name="connsiteX26" fmla="*/ 10075444 w 12198158"/>
              <a:gd name="connsiteY26" fmla="*/ 4324144 h 4977304"/>
              <a:gd name="connsiteX27" fmla="*/ 10032543 w 12198158"/>
              <a:gd name="connsiteY27" fmla="*/ 4322337 h 4977304"/>
              <a:gd name="connsiteX28" fmla="*/ 9953375 w 12198158"/>
              <a:gd name="connsiteY28" fmla="*/ 4339186 h 4977304"/>
              <a:gd name="connsiteX29" fmla="*/ 9841223 w 12198158"/>
              <a:gd name="connsiteY29" fmla="*/ 4346536 h 4977304"/>
              <a:gd name="connsiteX30" fmla="*/ 9721820 w 12198158"/>
              <a:gd name="connsiteY30" fmla="*/ 4368481 h 4977304"/>
              <a:gd name="connsiteX31" fmla="*/ 9578114 w 12198158"/>
              <a:gd name="connsiteY31" fmla="*/ 4380883 h 4977304"/>
              <a:gd name="connsiteX32" fmla="*/ 9336820 w 12198158"/>
              <a:gd name="connsiteY32" fmla="*/ 4430514 h 4977304"/>
              <a:gd name="connsiteX33" fmla="*/ 9272837 w 12198158"/>
              <a:gd name="connsiteY33" fmla="*/ 4491645 h 4977304"/>
              <a:gd name="connsiteX34" fmla="*/ 9188677 w 12198158"/>
              <a:gd name="connsiteY34" fmla="*/ 4497828 h 4977304"/>
              <a:gd name="connsiteX35" fmla="*/ 9183116 w 12198158"/>
              <a:gd name="connsiteY35" fmla="*/ 4507862 h 4977304"/>
              <a:gd name="connsiteX36" fmla="*/ 9145128 w 12198158"/>
              <a:gd name="connsiteY36" fmla="*/ 4520027 h 4977304"/>
              <a:gd name="connsiteX37" fmla="*/ 9144106 w 12198158"/>
              <a:gd name="connsiteY37" fmla="*/ 4518870 h 4977304"/>
              <a:gd name="connsiteX38" fmla="*/ 9131223 w 12198158"/>
              <a:gd name="connsiteY38" fmla="*/ 4516515 h 4977304"/>
              <a:gd name="connsiteX39" fmla="*/ 9107733 w 12198158"/>
              <a:gd name="connsiteY39" fmla="*/ 4515031 h 4977304"/>
              <a:gd name="connsiteX40" fmla="*/ 9047414 w 12198158"/>
              <a:gd name="connsiteY40" fmla="*/ 4506003 h 4977304"/>
              <a:gd name="connsiteX41" fmla="*/ 8999479 w 12198158"/>
              <a:gd name="connsiteY41" fmla="*/ 4509570 h 4977304"/>
              <a:gd name="connsiteX42" fmla="*/ 8999194 w 12198158"/>
              <a:gd name="connsiteY42" fmla="*/ 4509309 h 4977304"/>
              <a:gd name="connsiteX43" fmla="*/ 8990231 w 12198158"/>
              <a:gd name="connsiteY43" fmla="*/ 4510625 h 4977304"/>
              <a:gd name="connsiteX44" fmla="*/ 8984397 w 12198158"/>
              <a:gd name="connsiteY44" fmla="*/ 4512863 h 4977304"/>
              <a:gd name="connsiteX45" fmla="*/ 8968351 w 12198158"/>
              <a:gd name="connsiteY45" fmla="*/ 4516366 h 4977304"/>
              <a:gd name="connsiteX46" fmla="*/ 8962029 w 12198158"/>
              <a:gd name="connsiteY46" fmla="*/ 4515606 h 4977304"/>
              <a:gd name="connsiteX47" fmla="*/ 8957069 w 12198158"/>
              <a:gd name="connsiteY47" fmla="*/ 4513190 h 4977304"/>
              <a:gd name="connsiteX48" fmla="*/ 8889695 w 12198158"/>
              <a:gd name="connsiteY48" fmla="*/ 4533539 h 4977304"/>
              <a:gd name="connsiteX49" fmla="*/ 8746606 w 12198158"/>
              <a:gd name="connsiteY49" fmla="*/ 4530613 h 4977304"/>
              <a:gd name="connsiteX50" fmla="*/ 8702038 w 12198158"/>
              <a:gd name="connsiteY50" fmla="*/ 4532895 h 4977304"/>
              <a:gd name="connsiteX51" fmla="*/ 8590337 w 12198158"/>
              <a:gd name="connsiteY51" fmla="*/ 4542204 h 4977304"/>
              <a:gd name="connsiteX52" fmla="*/ 8519543 w 12198158"/>
              <a:gd name="connsiteY52" fmla="*/ 4526086 h 4977304"/>
              <a:gd name="connsiteX53" fmla="*/ 8505306 w 12198158"/>
              <a:gd name="connsiteY53" fmla="*/ 4532509 h 4977304"/>
              <a:gd name="connsiteX54" fmla="*/ 8500493 w 12198158"/>
              <a:gd name="connsiteY54" fmla="*/ 4535768 h 4977304"/>
              <a:gd name="connsiteX55" fmla="*/ 8492299 w 12198158"/>
              <a:gd name="connsiteY55" fmla="*/ 4538742 h 4977304"/>
              <a:gd name="connsiteX56" fmla="*/ 8491926 w 12198158"/>
              <a:gd name="connsiteY56" fmla="*/ 4538547 h 4977304"/>
              <a:gd name="connsiteX57" fmla="*/ 8484586 w 12198158"/>
              <a:gd name="connsiteY57" fmla="*/ 4541860 h 4977304"/>
              <a:gd name="connsiteX58" fmla="*/ 8361601 w 12198158"/>
              <a:gd name="connsiteY58" fmla="*/ 4557109 h 4977304"/>
              <a:gd name="connsiteX59" fmla="*/ 8348227 w 12198158"/>
              <a:gd name="connsiteY59" fmla="*/ 4557320 h 4977304"/>
              <a:gd name="connsiteX60" fmla="*/ 8346801 w 12198158"/>
              <a:gd name="connsiteY60" fmla="*/ 4556408 h 4977304"/>
              <a:gd name="connsiteX61" fmla="*/ 8308886 w 12198158"/>
              <a:gd name="connsiteY61" fmla="*/ 4575677 h 4977304"/>
              <a:gd name="connsiteX62" fmla="*/ 8289640 w 12198158"/>
              <a:gd name="connsiteY62" fmla="*/ 4590767 h 4977304"/>
              <a:gd name="connsiteX63" fmla="*/ 8278750 w 12198158"/>
              <a:gd name="connsiteY63" fmla="*/ 4597091 h 4977304"/>
              <a:gd name="connsiteX64" fmla="*/ 8277624 w 12198158"/>
              <a:gd name="connsiteY64" fmla="*/ 4601916 h 4977304"/>
              <a:gd name="connsiteX65" fmla="*/ 8260561 w 12198158"/>
              <a:gd name="connsiteY65" fmla="*/ 4609708 h 4977304"/>
              <a:gd name="connsiteX66" fmla="*/ 8257864 w 12198158"/>
              <a:gd name="connsiteY66" fmla="*/ 4609458 h 4977304"/>
              <a:gd name="connsiteX67" fmla="*/ 8246529 w 12198158"/>
              <a:gd name="connsiteY67" fmla="*/ 4620148 h 4977304"/>
              <a:gd name="connsiteX68" fmla="*/ 8240334 w 12198158"/>
              <a:gd name="connsiteY68" fmla="*/ 4634257 h 4977304"/>
              <a:gd name="connsiteX69" fmla="*/ 8084875 w 12198158"/>
              <a:gd name="connsiteY69" fmla="*/ 4684387 h 4977304"/>
              <a:gd name="connsiteX70" fmla="*/ 7900134 w 12198158"/>
              <a:gd name="connsiteY70" fmla="*/ 4729969 h 4977304"/>
              <a:gd name="connsiteX71" fmla="*/ 7713595 w 12198158"/>
              <a:gd name="connsiteY71" fmla="*/ 4757895 h 4977304"/>
              <a:gd name="connsiteX72" fmla="*/ 7609267 w 12198158"/>
              <a:gd name="connsiteY72" fmla="*/ 4754126 h 4977304"/>
              <a:gd name="connsiteX73" fmla="*/ 7522521 w 12198158"/>
              <a:gd name="connsiteY73" fmla="*/ 4760455 h 4977304"/>
              <a:gd name="connsiteX74" fmla="*/ 7514554 w 12198158"/>
              <a:gd name="connsiteY74" fmla="*/ 4763228 h 4977304"/>
              <a:gd name="connsiteX75" fmla="*/ 7502403 w 12198158"/>
              <a:gd name="connsiteY75" fmla="*/ 4764677 h 4977304"/>
              <a:gd name="connsiteX76" fmla="*/ 7502032 w 12198158"/>
              <a:gd name="connsiteY76" fmla="*/ 4764322 h 4977304"/>
              <a:gd name="connsiteX77" fmla="*/ 7490794 w 12198158"/>
              <a:gd name="connsiteY77" fmla="*/ 4766442 h 4977304"/>
              <a:gd name="connsiteX78" fmla="*/ 7400450 w 12198158"/>
              <a:gd name="connsiteY78" fmla="*/ 4757640 h 4977304"/>
              <a:gd name="connsiteX79" fmla="*/ 7307302 w 12198158"/>
              <a:gd name="connsiteY79" fmla="*/ 4747220 h 4977304"/>
              <a:gd name="connsiteX80" fmla="*/ 7305976 w 12198158"/>
              <a:gd name="connsiteY80" fmla="*/ 4745654 h 4977304"/>
              <a:gd name="connsiteX81" fmla="*/ 7213744 w 12198158"/>
              <a:gd name="connsiteY81" fmla="*/ 4773074 h 4977304"/>
              <a:gd name="connsiteX82" fmla="*/ 7196298 w 12198158"/>
              <a:gd name="connsiteY82" fmla="*/ 4778016 h 4977304"/>
              <a:gd name="connsiteX83" fmla="*/ 7192202 w 12198158"/>
              <a:gd name="connsiteY83" fmla="*/ 4783834 h 4977304"/>
              <a:gd name="connsiteX84" fmla="*/ 7166024 w 12198158"/>
              <a:gd name="connsiteY84" fmla="*/ 4788882 h 4977304"/>
              <a:gd name="connsiteX85" fmla="*/ 7092253 w 12198158"/>
              <a:gd name="connsiteY85" fmla="*/ 4802161 h 4977304"/>
              <a:gd name="connsiteX86" fmla="*/ 7013814 w 12198158"/>
              <a:gd name="connsiteY86" fmla="*/ 4801755 h 4977304"/>
              <a:gd name="connsiteX87" fmla="*/ 6899540 w 12198158"/>
              <a:gd name="connsiteY87" fmla="*/ 4833798 h 4977304"/>
              <a:gd name="connsiteX88" fmla="*/ 6703746 w 12198158"/>
              <a:gd name="connsiteY88" fmla="*/ 4864157 h 4977304"/>
              <a:gd name="connsiteX89" fmla="*/ 6545085 w 12198158"/>
              <a:gd name="connsiteY89" fmla="*/ 4895408 h 4977304"/>
              <a:gd name="connsiteX90" fmla="*/ 6313345 w 12198158"/>
              <a:gd name="connsiteY90" fmla="*/ 4946232 h 4977304"/>
              <a:gd name="connsiteX91" fmla="*/ 6164558 w 12198158"/>
              <a:gd name="connsiteY91" fmla="*/ 4948498 h 4977304"/>
              <a:gd name="connsiteX92" fmla="*/ 6069796 w 12198158"/>
              <a:gd name="connsiteY92" fmla="*/ 4970720 h 4977304"/>
              <a:gd name="connsiteX93" fmla="*/ 6064481 w 12198158"/>
              <a:gd name="connsiteY93" fmla="*/ 4969051 h 4977304"/>
              <a:gd name="connsiteX94" fmla="*/ 6044602 w 12198158"/>
              <a:gd name="connsiteY94" fmla="*/ 4969792 h 4977304"/>
              <a:gd name="connsiteX95" fmla="*/ 6037252 w 12198158"/>
              <a:gd name="connsiteY95" fmla="*/ 4960726 h 4977304"/>
              <a:gd name="connsiteX96" fmla="*/ 6006081 w 12198158"/>
              <a:gd name="connsiteY96" fmla="*/ 4955195 h 4977304"/>
              <a:gd name="connsiteX97" fmla="*/ 5920065 w 12198158"/>
              <a:gd name="connsiteY97" fmla="*/ 4944866 h 4977304"/>
              <a:gd name="connsiteX98" fmla="*/ 5755077 w 12198158"/>
              <a:gd name="connsiteY98" fmla="*/ 4976193 h 4977304"/>
              <a:gd name="connsiteX99" fmla="*/ 5623207 w 12198158"/>
              <a:gd name="connsiteY99" fmla="*/ 4977304 h 4977304"/>
              <a:gd name="connsiteX100" fmla="*/ 5467256 w 12198158"/>
              <a:gd name="connsiteY100" fmla="*/ 4962079 h 4977304"/>
              <a:gd name="connsiteX101" fmla="*/ 5429137 w 12198158"/>
              <a:gd name="connsiteY101" fmla="*/ 4949858 h 4977304"/>
              <a:gd name="connsiteX102" fmla="*/ 5378078 w 12198158"/>
              <a:gd name="connsiteY102" fmla="*/ 4930634 h 4977304"/>
              <a:gd name="connsiteX103" fmla="*/ 5258253 w 12198158"/>
              <a:gd name="connsiteY103" fmla="*/ 4908461 h 4977304"/>
              <a:gd name="connsiteX104" fmla="*/ 5219477 w 12198158"/>
              <a:gd name="connsiteY104" fmla="*/ 4896381 h 4977304"/>
              <a:gd name="connsiteX105" fmla="*/ 5171208 w 12198158"/>
              <a:gd name="connsiteY105" fmla="*/ 4893134 h 4977304"/>
              <a:gd name="connsiteX106" fmla="*/ 5153115 w 12198158"/>
              <a:gd name="connsiteY106" fmla="*/ 4885290 h 4977304"/>
              <a:gd name="connsiteX107" fmla="*/ 5139168 w 12198158"/>
              <a:gd name="connsiteY107" fmla="*/ 4881597 h 4977304"/>
              <a:gd name="connsiteX108" fmla="*/ 5136167 w 12198158"/>
              <a:gd name="connsiteY108" fmla="*/ 4879315 h 4977304"/>
              <a:gd name="connsiteX109" fmla="*/ 5118243 w 12198158"/>
              <a:gd name="connsiteY109" fmla="*/ 4867529 h 4977304"/>
              <a:gd name="connsiteX110" fmla="*/ 5062411 w 12198158"/>
              <a:gd name="connsiteY110" fmla="*/ 4874665 h 4977304"/>
              <a:gd name="connsiteX111" fmla="*/ 5008170 w 12198158"/>
              <a:gd name="connsiteY111" fmla="*/ 4856876 h 4977304"/>
              <a:gd name="connsiteX112" fmla="*/ 4837210 w 12198158"/>
              <a:gd name="connsiteY112" fmla="*/ 4830794 h 4977304"/>
              <a:gd name="connsiteX113" fmla="*/ 4759270 w 12198158"/>
              <a:gd name="connsiteY113" fmla="*/ 4800638 h 4977304"/>
              <a:gd name="connsiteX114" fmla="*/ 4720035 w 12198158"/>
              <a:gd name="connsiteY114" fmla="*/ 4790848 h 4977304"/>
              <a:gd name="connsiteX115" fmla="*/ 4718027 w 12198158"/>
              <a:gd name="connsiteY115" fmla="*/ 4790035 h 4977304"/>
              <a:gd name="connsiteX116" fmla="*/ 4718961 w 12198158"/>
              <a:gd name="connsiteY116" fmla="*/ 4789806 h 4977304"/>
              <a:gd name="connsiteX117" fmla="*/ 4714055 w 12198158"/>
              <a:gd name="connsiteY117" fmla="*/ 4788426 h 4977304"/>
              <a:gd name="connsiteX118" fmla="*/ 4718027 w 12198158"/>
              <a:gd name="connsiteY118" fmla="*/ 4790035 h 4977304"/>
              <a:gd name="connsiteX119" fmla="*/ 4712381 w 12198158"/>
              <a:gd name="connsiteY119" fmla="*/ 4791420 h 4977304"/>
              <a:gd name="connsiteX120" fmla="*/ 4512801 w 12198158"/>
              <a:gd name="connsiteY120" fmla="*/ 4780666 h 4977304"/>
              <a:gd name="connsiteX121" fmla="*/ 4425588 w 12198158"/>
              <a:gd name="connsiteY121" fmla="*/ 4769100 h 4977304"/>
              <a:gd name="connsiteX122" fmla="*/ 4314086 w 12198158"/>
              <a:gd name="connsiteY122" fmla="*/ 4774822 h 4977304"/>
              <a:gd name="connsiteX123" fmla="*/ 4312230 w 12198158"/>
              <a:gd name="connsiteY123" fmla="*/ 4773365 h 4977304"/>
              <a:gd name="connsiteX124" fmla="*/ 4292278 w 12198158"/>
              <a:gd name="connsiteY124" fmla="*/ 4771325 h 4977304"/>
              <a:gd name="connsiteX125" fmla="*/ 4287201 w 12198158"/>
              <a:gd name="connsiteY125" fmla="*/ 4774493 h 4977304"/>
              <a:gd name="connsiteX126" fmla="*/ 4273289 w 12198158"/>
              <a:gd name="connsiteY126" fmla="*/ 4774225 h 4977304"/>
              <a:gd name="connsiteX127" fmla="*/ 4245283 w 12198158"/>
              <a:gd name="connsiteY127" fmla="*/ 4776749 h 4977304"/>
              <a:gd name="connsiteX128" fmla="*/ 4199245 w 12198158"/>
              <a:gd name="connsiteY128" fmla="*/ 4773714 h 4977304"/>
              <a:gd name="connsiteX129" fmla="*/ 4198941 w 12198158"/>
              <a:gd name="connsiteY129" fmla="*/ 4772347 h 4977304"/>
              <a:gd name="connsiteX130" fmla="*/ 4188453 w 12198158"/>
              <a:gd name="connsiteY130" fmla="*/ 4766228 h 4977304"/>
              <a:gd name="connsiteX131" fmla="*/ 4139982 w 12198158"/>
              <a:gd name="connsiteY131" fmla="*/ 4748999 h 4977304"/>
              <a:gd name="connsiteX132" fmla="*/ 4080374 w 12198158"/>
              <a:gd name="connsiteY132" fmla="*/ 4720184 h 4977304"/>
              <a:gd name="connsiteX133" fmla="*/ 4071828 w 12198158"/>
              <a:gd name="connsiteY133" fmla="*/ 4719278 h 4977304"/>
              <a:gd name="connsiteX134" fmla="*/ 4071710 w 12198158"/>
              <a:gd name="connsiteY134" fmla="*/ 4718953 h 4977304"/>
              <a:gd name="connsiteX135" fmla="*/ 4056247 w 12198158"/>
              <a:gd name="connsiteY135" fmla="*/ 4717622 h 4977304"/>
              <a:gd name="connsiteX136" fmla="*/ 4039668 w 12198158"/>
              <a:gd name="connsiteY136" fmla="*/ 4715861 h 4977304"/>
              <a:gd name="connsiteX137" fmla="*/ 4034303 w 12198158"/>
              <a:gd name="connsiteY137" fmla="*/ 4713218 h 4977304"/>
              <a:gd name="connsiteX138" fmla="*/ 4032672 w 12198158"/>
              <a:gd name="connsiteY138" fmla="*/ 4709236 h 4977304"/>
              <a:gd name="connsiteX139" fmla="*/ 4031088 w 12198158"/>
              <a:gd name="connsiteY139" fmla="*/ 4709491 h 4977304"/>
              <a:gd name="connsiteX140" fmla="*/ 4001867 w 12198158"/>
              <a:gd name="connsiteY140" fmla="*/ 4695842 h 4977304"/>
              <a:gd name="connsiteX141" fmla="*/ 3934220 w 12198158"/>
              <a:gd name="connsiteY141" fmla="*/ 4676884 h 4977304"/>
              <a:gd name="connsiteX142" fmla="*/ 3894676 w 12198158"/>
              <a:gd name="connsiteY142" fmla="*/ 4670743 h 4977304"/>
              <a:gd name="connsiteX143" fmla="*/ 3787232 w 12198158"/>
              <a:gd name="connsiteY143" fmla="*/ 4648764 h 4977304"/>
              <a:gd name="connsiteX144" fmla="*/ 3680057 w 12198158"/>
              <a:gd name="connsiteY144" fmla="*/ 4622784 h 4977304"/>
              <a:gd name="connsiteX145" fmla="*/ 3607627 w 12198158"/>
              <a:gd name="connsiteY145" fmla="*/ 4587738 h 4977304"/>
              <a:gd name="connsiteX146" fmla="*/ 3601451 w 12198158"/>
              <a:gd name="connsiteY146" fmla="*/ 4589218 h 4977304"/>
              <a:gd name="connsiteX147" fmla="*/ 3592338 w 12198158"/>
              <a:gd name="connsiteY147" fmla="*/ 4589396 h 4977304"/>
              <a:gd name="connsiteX148" fmla="*/ 3592104 w 12198158"/>
              <a:gd name="connsiteY148" fmla="*/ 4589103 h 4977304"/>
              <a:gd name="connsiteX149" fmla="*/ 3583586 w 12198158"/>
              <a:gd name="connsiteY149" fmla="*/ 4589853 h 4977304"/>
              <a:gd name="connsiteX150" fmla="*/ 3533777 w 12198158"/>
              <a:gd name="connsiteY150" fmla="*/ 4579320 h 4977304"/>
              <a:gd name="connsiteX151" fmla="*/ 3470906 w 12198158"/>
              <a:gd name="connsiteY151" fmla="*/ 4575344 h 4977304"/>
              <a:gd name="connsiteX152" fmla="*/ 3398460 w 12198158"/>
              <a:gd name="connsiteY152" fmla="*/ 4562260 h 4977304"/>
              <a:gd name="connsiteX153" fmla="*/ 3361644 w 12198158"/>
              <a:gd name="connsiteY153" fmla="*/ 4580670 h 4977304"/>
              <a:gd name="connsiteX154" fmla="*/ 3341795 w 12198158"/>
              <a:gd name="connsiteY154" fmla="*/ 4582496 h 4977304"/>
              <a:gd name="connsiteX155" fmla="*/ 3339469 w 12198158"/>
              <a:gd name="connsiteY155" fmla="*/ 4581438 h 4977304"/>
              <a:gd name="connsiteX156" fmla="*/ 3260180 w 12198158"/>
              <a:gd name="connsiteY156" fmla="*/ 4587820 h 4977304"/>
              <a:gd name="connsiteX157" fmla="*/ 3140460 w 12198158"/>
              <a:gd name="connsiteY157" fmla="*/ 4596263 h 4977304"/>
              <a:gd name="connsiteX158" fmla="*/ 3028270 w 12198158"/>
              <a:gd name="connsiteY158" fmla="*/ 4599134 h 4977304"/>
              <a:gd name="connsiteX159" fmla="*/ 2779714 w 12198158"/>
              <a:gd name="connsiteY159" fmla="*/ 4622831 h 4977304"/>
              <a:gd name="connsiteX160" fmla="*/ 2649525 w 12198158"/>
              <a:gd name="connsiteY160" fmla="*/ 4658086 h 4977304"/>
              <a:gd name="connsiteX161" fmla="*/ 2566315 w 12198158"/>
              <a:gd name="connsiteY161" fmla="*/ 4605776 h 4977304"/>
              <a:gd name="connsiteX162" fmla="*/ 2441626 w 12198158"/>
              <a:gd name="connsiteY162" fmla="*/ 4620872 h 4977304"/>
              <a:gd name="connsiteX163" fmla="*/ 2313568 w 12198158"/>
              <a:gd name="connsiteY163" fmla="*/ 4630067 h 4977304"/>
              <a:gd name="connsiteX164" fmla="*/ 2207105 w 12198158"/>
              <a:gd name="connsiteY164" fmla="*/ 4624384 h 4977304"/>
              <a:gd name="connsiteX165" fmla="*/ 2093268 w 12198158"/>
              <a:gd name="connsiteY165" fmla="*/ 4606236 h 4977304"/>
              <a:gd name="connsiteX166" fmla="*/ 1996024 w 12198158"/>
              <a:gd name="connsiteY166" fmla="*/ 4597526 h 4977304"/>
              <a:gd name="connsiteX167" fmla="*/ 1926886 w 12198158"/>
              <a:gd name="connsiteY167" fmla="*/ 4621358 h 4977304"/>
              <a:gd name="connsiteX168" fmla="*/ 1920368 w 12198158"/>
              <a:gd name="connsiteY168" fmla="*/ 4616112 h 4977304"/>
              <a:gd name="connsiteX169" fmla="*/ 1871831 w 12198158"/>
              <a:gd name="connsiteY169" fmla="*/ 4617844 h 4977304"/>
              <a:gd name="connsiteX170" fmla="*/ 1785463 w 12198158"/>
              <a:gd name="connsiteY170" fmla="*/ 4647841 h 4977304"/>
              <a:gd name="connsiteX171" fmla="*/ 1737045 w 12198158"/>
              <a:gd name="connsiteY171" fmla="*/ 4642356 h 4977304"/>
              <a:gd name="connsiteX172" fmla="*/ 1673954 w 12198158"/>
              <a:gd name="connsiteY172" fmla="*/ 4624601 h 4977304"/>
              <a:gd name="connsiteX173" fmla="*/ 1602834 w 12198158"/>
              <a:gd name="connsiteY173" fmla="*/ 4640924 h 4977304"/>
              <a:gd name="connsiteX174" fmla="*/ 1490351 w 12198158"/>
              <a:gd name="connsiteY174" fmla="*/ 4613132 h 4977304"/>
              <a:gd name="connsiteX175" fmla="*/ 1149212 w 12198158"/>
              <a:gd name="connsiteY175" fmla="*/ 4564210 h 4977304"/>
              <a:gd name="connsiteX176" fmla="*/ 938574 w 12198158"/>
              <a:gd name="connsiteY176" fmla="*/ 4566821 h 4977304"/>
              <a:gd name="connsiteX177" fmla="*/ 857697 w 12198158"/>
              <a:gd name="connsiteY177" fmla="*/ 4525391 h 4977304"/>
              <a:gd name="connsiteX178" fmla="*/ 836981 w 12198158"/>
              <a:gd name="connsiteY178" fmla="*/ 4526708 h 4977304"/>
              <a:gd name="connsiteX179" fmla="*/ 816264 w 12198158"/>
              <a:gd name="connsiteY179" fmla="*/ 4524575 h 4977304"/>
              <a:gd name="connsiteX180" fmla="*/ 810965 w 12198158"/>
              <a:gd name="connsiteY180" fmla="*/ 4527718 h 4977304"/>
              <a:gd name="connsiteX181" fmla="*/ 796509 w 12198158"/>
              <a:gd name="connsiteY181" fmla="*/ 4527387 h 4977304"/>
              <a:gd name="connsiteX182" fmla="*/ 767389 w 12198158"/>
              <a:gd name="connsiteY182" fmla="*/ 4529784 h 4977304"/>
              <a:gd name="connsiteX183" fmla="*/ 762544 w 12198158"/>
              <a:gd name="connsiteY183" fmla="*/ 4527372 h 4977304"/>
              <a:gd name="connsiteX184" fmla="*/ 719567 w 12198158"/>
              <a:gd name="connsiteY184" fmla="*/ 4526534 h 4977304"/>
              <a:gd name="connsiteX185" fmla="*/ 719262 w 12198158"/>
              <a:gd name="connsiteY185" fmla="*/ 4525164 h 4977304"/>
              <a:gd name="connsiteX186" fmla="*/ 708402 w 12198158"/>
              <a:gd name="connsiteY186" fmla="*/ 4518999 h 4977304"/>
              <a:gd name="connsiteX187" fmla="*/ 596394 w 12198158"/>
              <a:gd name="connsiteY187" fmla="*/ 4472455 h 4977304"/>
              <a:gd name="connsiteX188" fmla="*/ 578149 w 12198158"/>
              <a:gd name="connsiteY188" fmla="*/ 4469575 h 4977304"/>
              <a:gd name="connsiteX189" fmla="*/ 571336 w 12198158"/>
              <a:gd name="connsiteY189" fmla="*/ 4469781 h 4977304"/>
              <a:gd name="connsiteX190" fmla="*/ 444802 w 12198158"/>
              <a:gd name="connsiteY190" fmla="*/ 4428480 h 4977304"/>
              <a:gd name="connsiteX191" fmla="*/ 403746 w 12198158"/>
              <a:gd name="connsiteY191" fmla="*/ 4422157 h 4977304"/>
              <a:gd name="connsiteX192" fmla="*/ 292240 w 12198158"/>
              <a:gd name="connsiteY192" fmla="*/ 4399681 h 4977304"/>
              <a:gd name="connsiteX193" fmla="*/ 118302 w 12198158"/>
              <a:gd name="connsiteY193" fmla="*/ 4343421 h 4977304"/>
              <a:gd name="connsiteX194" fmla="*/ 15516 w 12198158"/>
              <a:gd name="connsiteY194" fmla="*/ 4340320 h 4977304"/>
              <a:gd name="connsiteX195" fmla="*/ 2 w 12198158"/>
              <a:gd name="connsiteY195" fmla="*/ 4334381 h 4977304"/>
              <a:gd name="connsiteX196" fmla="*/ 2 w 12198158"/>
              <a:gd name="connsiteY196" fmla="*/ 3589361 h 4977304"/>
              <a:gd name="connsiteX197" fmla="*/ 0 w 12198158"/>
              <a:gd name="connsiteY197" fmla="*/ 0 h 4977304"/>
              <a:gd name="connsiteX0" fmla="*/ 0 w 12198158"/>
              <a:gd name="connsiteY0" fmla="*/ 0 h 4977304"/>
              <a:gd name="connsiteX1" fmla="*/ 12192000 w 12198158"/>
              <a:gd name="connsiteY1" fmla="*/ 0 h 4977304"/>
              <a:gd name="connsiteX2" fmla="*/ 12198158 w 12198158"/>
              <a:gd name="connsiteY2" fmla="*/ 3664565 h 4977304"/>
              <a:gd name="connsiteX3" fmla="*/ 12132764 w 12198158"/>
              <a:gd name="connsiteY3" fmla="*/ 3748492 h 4977304"/>
              <a:gd name="connsiteX4" fmla="*/ 12053056 w 12198158"/>
              <a:gd name="connsiteY4" fmla="*/ 3749753 h 4977304"/>
              <a:gd name="connsiteX5" fmla="*/ 11938513 w 12198158"/>
              <a:gd name="connsiteY5" fmla="*/ 3754367 h 4977304"/>
              <a:gd name="connsiteX6" fmla="*/ 11853342 w 12198158"/>
              <a:gd name="connsiteY6" fmla="*/ 3782688 h 4977304"/>
              <a:gd name="connsiteX7" fmla="*/ 11704569 w 12198158"/>
              <a:gd name="connsiteY7" fmla="*/ 3839336 h 4977304"/>
              <a:gd name="connsiteX8" fmla="*/ 11577641 w 12198158"/>
              <a:gd name="connsiteY8" fmla="*/ 3885996 h 4977304"/>
              <a:gd name="connsiteX9" fmla="*/ 11508791 w 12198158"/>
              <a:gd name="connsiteY9" fmla="*/ 3969283 h 4977304"/>
              <a:gd name="connsiteX10" fmla="*/ 11388373 w 12198158"/>
              <a:gd name="connsiteY10" fmla="*/ 4027440 h 4977304"/>
              <a:gd name="connsiteX11" fmla="*/ 11276406 w 12198158"/>
              <a:gd name="connsiteY11" fmla="*/ 4056099 h 4977304"/>
              <a:gd name="connsiteX12" fmla="*/ 11190251 w 12198158"/>
              <a:gd name="connsiteY12" fmla="*/ 4073272 h 4977304"/>
              <a:gd name="connsiteX13" fmla="*/ 11139995 w 12198158"/>
              <a:gd name="connsiteY13" fmla="*/ 4081811 h 4977304"/>
              <a:gd name="connsiteX14" fmla="*/ 11040727 w 12198158"/>
              <a:gd name="connsiteY14" fmla="*/ 4081109 h 4977304"/>
              <a:gd name="connsiteX15" fmla="*/ 10969005 w 12198158"/>
              <a:gd name="connsiteY15" fmla="*/ 4091154 h 4977304"/>
              <a:gd name="connsiteX16" fmla="*/ 10899772 w 12198158"/>
              <a:gd name="connsiteY16" fmla="*/ 4122857 h 4977304"/>
              <a:gd name="connsiteX17" fmla="*/ 10838983 w 12198158"/>
              <a:gd name="connsiteY17" fmla="*/ 4155791 h 4977304"/>
              <a:gd name="connsiteX18" fmla="*/ 10769520 w 12198158"/>
              <a:gd name="connsiteY18" fmla="*/ 4198574 h 4977304"/>
              <a:gd name="connsiteX19" fmla="*/ 10570843 w 12198158"/>
              <a:gd name="connsiteY19" fmla="*/ 4255424 h 4977304"/>
              <a:gd name="connsiteX20" fmla="*/ 10512263 w 12198158"/>
              <a:gd name="connsiteY20" fmla="*/ 4291698 h 4977304"/>
              <a:gd name="connsiteX21" fmla="*/ 10439016 w 12198158"/>
              <a:gd name="connsiteY21" fmla="*/ 4293933 h 4977304"/>
              <a:gd name="connsiteX22" fmla="*/ 10376941 w 12198158"/>
              <a:gd name="connsiteY22" fmla="*/ 4298111 h 4977304"/>
              <a:gd name="connsiteX23" fmla="*/ 10329960 w 12198158"/>
              <a:gd name="connsiteY23" fmla="*/ 4298774 h 4977304"/>
              <a:gd name="connsiteX24" fmla="*/ 10254256 w 12198158"/>
              <a:gd name="connsiteY24" fmla="*/ 4309364 h 4977304"/>
              <a:gd name="connsiteX25" fmla="*/ 10119745 w 12198158"/>
              <a:gd name="connsiteY25" fmla="*/ 4321869 h 4977304"/>
              <a:gd name="connsiteX26" fmla="*/ 10075444 w 12198158"/>
              <a:gd name="connsiteY26" fmla="*/ 4324144 h 4977304"/>
              <a:gd name="connsiteX27" fmla="*/ 10032543 w 12198158"/>
              <a:gd name="connsiteY27" fmla="*/ 4322337 h 4977304"/>
              <a:gd name="connsiteX28" fmla="*/ 9953375 w 12198158"/>
              <a:gd name="connsiteY28" fmla="*/ 4339186 h 4977304"/>
              <a:gd name="connsiteX29" fmla="*/ 9841223 w 12198158"/>
              <a:gd name="connsiteY29" fmla="*/ 4346536 h 4977304"/>
              <a:gd name="connsiteX30" fmla="*/ 9721820 w 12198158"/>
              <a:gd name="connsiteY30" fmla="*/ 4368481 h 4977304"/>
              <a:gd name="connsiteX31" fmla="*/ 9578114 w 12198158"/>
              <a:gd name="connsiteY31" fmla="*/ 4380883 h 4977304"/>
              <a:gd name="connsiteX32" fmla="*/ 9336820 w 12198158"/>
              <a:gd name="connsiteY32" fmla="*/ 4430514 h 4977304"/>
              <a:gd name="connsiteX33" fmla="*/ 9272837 w 12198158"/>
              <a:gd name="connsiteY33" fmla="*/ 4491645 h 4977304"/>
              <a:gd name="connsiteX34" fmla="*/ 9188677 w 12198158"/>
              <a:gd name="connsiteY34" fmla="*/ 4497828 h 4977304"/>
              <a:gd name="connsiteX35" fmla="*/ 9183116 w 12198158"/>
              <a:gd name="connsiteY35" fmla="*/ 4507862 h 4977304"/>
              <a:gd name="connsiteX36" fmla="*/ 9145128 w 12198158"/>
              <a:gd name="connsiteY36" fmla="*/ 4520027 h 4977304"/>
              <a:gd name="connsiteX37" fmla="*/ 9144106 w 12198158"/>
              <a:gd name="connsiteY37" fmla="*/ 4518870 h 4977304"/>
              <a:gd name="connsiteX38" fmla="*/ 9131223 w 12198158"/>
              <a:gd name="connsiteY38" fmla="*/ 4516515 h 4977304"/>
              <a:gd name="connsiteX39" fmla="*/ 9107733 w 12198158"/>
              <a:gd name="connsiteY39" fmla="*/ 4515031 h 4977304"/>
              <a:gd name="connsiteX40" fmla="*/ 9047414 w 12198158"/>
              <a:gd name="connsiteY40" fmla="*/ 4506003 h 4977304"/>
              <a:gd name="connsiteX41" fmla="*/ 8999479 w 12198158"/>
              <a:gd name="connsiteY41" fmla="*/ 4509570 h 4977304"/>
              <a:gd name="connsiteX42" fmla="*/ 8999194 w 12198158"/>
              <a:gd name="connsiteY42" fmla="*/ 4509309 h 4977304"/>
              <a:gd name="connsiteX43" fmla="*/ 8990231 w 12198158"/>
              <a:gd name="connsiteY43" fmla="*/ 4510625 h 4977304"/>
              <a:gd name="connsiteX44" fmla="*/ 8984397 w 12198158"/>
              <a:gd name="connsiteY44" fmla="*/ 4512863 h 4977304"/>
              <a:gd name="connsiteX45" fmla="*/ 8968351 w 12198158"/>
              <a:gd name="connsiteY45" fmla="*/ 4516366 h 4977304"/>
              <a:gd name="connsiteX46" fmla="*/ 8962029 w 12198158"/>
              <a:gd name="connsiteY46" fmla="*/ 4515606 h 4977304"/>
              <a:gd name="connsiteX47" fmla="*/ 8957069 w 12198158"/>
              <a:gd name="connsiteY47" fmla="*/ 4513190 h 4977304"/>
              <a:gd name="connsiteX48" fmla="*/ 8889695 w 12198158"/>
              <a:gd name="connsiteY48" fmla="*/ 4533539 h 4977304"/>
              <a:gd name="connsiteX49" fmla="*/ 8746606 w 12198158"/>
              <a:gd name="connsiteY49" fmla="*/ 4530613 h 4977304"/>
              <a:gd name="connsiteX50" fmla="*/ 8702038 w 12198158"/>
              <a:gd name="connsiteY50" fmla="*/ 4532895 h 4977304"/>
              <a:gd name="connsiteX51" fmla="*/ 8590337 w 12198158"/>
              <a:gd name="connsiteY51" fmla="*/ 4542204 h 4977304"/>
              <a:gd name="connsiteX52" fmla="*/ 8519543 w 12198158"/>
              <a:gd name="connsiteY52" fmla="*/ 4526086 h 4977304"/>
              <a:gd name="connsiteX53" fmla="*/ 8505306 w 12198158"/>
              <a:gd name="connsiteY53" fmla="*/ 4532509 h 4977304"/>
              <a:gd name="connsiteX54" fmla="*/ 8500493 w 12198158"/>
              <a:gd name="connsiteY54" fmla="*/ 4535768 h 4977304"/>
              <a:gd name="connsiteX55" fmla="*/ 8492299 w 12198158"/>
              <a:gd name="connsiteY55" fmla="*/ 4538742 h 4977304"/>
              <a:gd name="connsiteX56" fmla="*/ 8491926 w 12198158"/>
              <a:gd name="connsiteY56" fmla="*/ 4538547 h 4977304"/>
              <a:gd name="connsiteX57" fmla="*/ 8484586 w 12198158"/>
              <a:gd name="connsiteY57" fmla="*/ 4541860 h 4977304"/>
              <a:gd name="connsiteX58" fmla="*/ 8361601 w 12198158"/>
              <a:gd name="connsiteY58" fmla="*/ 4557109 h 4977304"/>
              <a:gd name="connsiteX59" fmla="*/ 8348227 w 12198158"/>
              <a:gd name="connsiteY59" fmla="*/ 4557320 h 4977304"/>
              <a:gd name="connsiteX60" fmla="*/ 8346801 w 12198158"/>
              <a:gd name="connsiteY60" fmla="*/ 4556408 h 4977304"/>
              <a:gd name="connsiteX61" fmla="*/ 8308886 w 12198158"/>
              <a:gd name="connsiteY61" fmla="*/ 4575677 h 4977304"/>
              <a:gd name="connsiteX62" fmla="*/ 8289640 w 12198158"/>
              <a:gd name="connsiteY62" fmla="*/ 4590767 h 4977304"/>
              <a:gd name="connsiteX63" fmla="*/ 8278750 w 12198158"/>
              <a:gd name="connsiteY63" fmla="*/ 4597091 h 4977304"/>
              <a:gd name="connsiteX64" fmla="*/ 8277624 w 12198158"/>
              <a:gd name="connsiteY64" fmla="*/ 4601916 h 4977304"/>
              <a:gd name="connsiteX65" fmla="*/ 8260561 w 12198158"/>
              <a:gd name="connsiteY65" fmla="*/ 4609708 h 4977304"/>
              <a:gd name="connsiteX66" fmla="*/ 8257864 w 12198158"/>
              <a:gd name="connsiteY66" fmla="*/ 4609458 h 4977304"/>
              <a:gd name="connsiteX67" fmla="*/ 8246529 w 12198158"/>
              <a:gd name="connsiteY67" fmla="*/ 4620148 h 4977304"/>
              <a:gd name="connsiteX68" fmla="*/ 8240334 w 12198158"/>
              <a:gd name="connsiteY68" fmla="*/ 4634257 h 4977304"/>
              <a:gd name="connsiteX69" fmla="*/ 8084875 w 12198158"/>
              <a:gd name="connsiteY69" fmla="*/ 4684387 h 4977304"/>
              <a:gd name="connsiteX70" fmla="*/ 7900134 w 12198158"/>
              <a:gd name="connsiteY70" fmla="*/ 4729969 h 4977304"/>
              <a:gd name="connsiteX71" fmla="*/ 7713595 w 12198158"/>
              <a:gd name="connsiteY71" fmla="*/ 4757895 h 4977304"/>
              <a:gd name="connsiteX72" fmla="*/ 7609267 w 12198158"/>
              <a:gd name="connsiteY72" fmla="*/ 4754126 h 4977304"/>
              <a:gd name="connsiteX73" fmla="*/ 7522521 w 12198158"/>
              <a:gd name="connsiteY73" fmla="*/ 4760455 h 4977304"/>
              <a:gd name="connsiteX74" fmla="*/ 7514554 w 12198158"/>
              <a:gd name="connsiteY74" fmla="*/ 4763228 h 4977304"/>
              <a:gd name="connsiteX75" fmla="*/ 7502403 w 12198158"/>
              <a:gd name="connsiteY75" fmla="*/ 4764677 h 4977304"/>
              <a:gd name="connsiteX76" fmla="*/ 7502032 w 12198158"/>
              <a:gd name="connsiteY76" fmla="*/ 4764322 h 4977304"/>
              <a:gd name="connsiteX77" fmla="*/ 7490794 w 12198158"/>
              <a:gd name="connsiteY77" fmla="*/ 4766442 h 4977304"/>
              <a:gd name="connsiteX78" fmla="*/ 7400450 w 12198158"/>
              <a:gd name="connsiteY78" fmla="*/ 4757640 h 4977304"/>
              <a:gd name="connsiteX79" fmla="*/ 7307302 w 12198158"/>
              <a:gd name="connsiteY79" fmla="*/ 4747220 h 4977304"/>
              <a:gd name="connsiteX80" fmla="*/ 7305976 w 12198158"/>
              <a:gd name="connsiteY80" fmla="*/ 4745654 h 4977304"/>
              <a:gd name="connsiteX81" fmla="*/ 7213744 w 12198158"/>
              <a:gd name="connsiteY81" fmla="*/ 4773074 h 4977304"/>
              <a:gd name="connsiteX82" fmla="*/ 7196298 w 12198158"/>
              <a:gd name="connsiteY82" fmla="*/ 4778016 h 4977304"/>
              <a:gd name="connsiteX83" fmla="*/ 7192202 w 12198158"/>
              <a:gd name="connsiteY83" fmla="*/ 4783834 h 4977304"/>
              <a:gd name="connsiteX84" fmla="*/ 7166024 w 12198158"/>
              <a:gd name="connsiteY84" fmla="*/ 4788882 h 4977304"/>
              <a:gd name="connsiteX85" fmla="*/ 7092253 w 12198158"/>
              <a:gd name="connsiteY85" fmla="*/ 4802161 h 4977304"/>
              <a:gd name="connsiteX86" fmla="*/ 7013814 w 12198158"/>
              <a:gd name="connsiteY86" fmla="*/ 4801755 h 4977304"/>
              <a:gd name="connsiteX87" fmla="*/ 6899540 w 12198158"/>
              <a:gd name="connsiteY87" fmla="*/ 4833798 h 4977304"/>
              <a:gd name="connsiteX88" fmla="*/ 6703746 w 12198158"/>
              <a:gd name="connsiteY88" fmla="*/ 4864157 h 4977304"/>
              <a:gd name="connsiteX89" fmla="*/ 6545085 w 12198158"/>
              <a:gd name="connsiteY89" fmla="*/ 4895408 h 4977304"/>
              <a:gd name="connsiteX90" fmla="*/ 6313345 w 12198158"/>
              <a:gd name="connsiteY90" fmla="*/ 4946232 h 4977304"/>
              <a:gd name="connsiteX91" fmla="*/ 6164558 w 12198158"/>
              <a:gd name="connsiteY91" fmla="*/ 4948498 h 4977304"/>
              <a:gd name="connsiteX92" fmla="*/ 6069796 w 12198158"/>
              <a:gd name="connsiteY92" fmla="*/ 4970720 h 4977304"/>
              <a:gd name="connsiteX93" fmla="*/ 6064481 w 12198158"/>
              <a:gd name="connsiteY93" fmla="*/ 4969051 h 4977304"/>
              <a:gd name="connsiteX94" fmla="*/ 6044602 w 12198158"/>
              <a:gd name="connsiteY94" fmla="*/ 4969792 h 4977304"/>
              <a:gd name="connsiteX95" fmla="*/ 6037252 w 12198158"/>
              <a:gd name="connsiteY95" fmla="*/ 4960726 h 4977304"/>
              <a:gd name="connsiteX96" fmla="*/ 6006081 w 12198158"/>
              <a:gd name="connsiteY96" fmla="*/ 4955195 h 4977304"/>
              <a:gd name="connsiteX97" fmla="*/ 5920065 w 12198158"/>
              <a:gd name="connsiteY97" fmla="*/ 4944866 h 4977304"/>
              <a:gd name="connsiteX98" fmla="*/ 5755077 w 12198158"/>
              <a:gd name="connsiteY98" fmla="*/ 4976193 h 4977304"/>
              <a:gd name="connsiteX99" fmla="*/ 5623207 w 12198158"/>
              <a:gd name="connsiteY99" fmla="*/ 4977304 h 4977304"/>
              <a:gd name="connsiteX100" fmla="*/ 5467256 w 12198158"/>
              <a:gd name="connsiteY100" fmla="*/ 4962079 h 4977304"/>
              <a:gd name="connsiteX101" fmla="*/ 5429137 w 12198158"/>
              <a:gd name="connsiteY101" fmla="*/ 4949858 h 4977304"/>
              <a:gd name="connsiteX102" fmla="*/ 5378078 w 12198158"/>
              <a:gd name="connsiteY102" fmla="*/ 4930634 h 4977304"/>
              <a:gd name="connsiteX103" fmla="*/ 5258253 w 12198158"/>
              <a:gd name="connsiteY103" fmla="*/ 4908461 h 4977304"/>
              <a:gd name="connsiteX104" fmla="*/ 5219477 w 12198158"/>
              <a:gd name="connsiteY104" fmla="*/ 4896381 h 4977304"/>
              <a:gd name="connsiteX105" fmla="*/ 5171208 w 12198158"/>
              <a:gd name="connsiteY105" fmla="*/ 4893134 h 4977304"/>
              <a:gd name="connsiteX106" fmla="*/ 5153115 w 12198158"/>
              <a:gd name="connsiteY106" fmla="*/ 4885290 h 4977304"/>
              <a:gd name="connsiteX107" fmla="*/ 5139168 w 12198158"/>
              <a:gd name="connsiteY107" fmla="*/ 4881597 h 4977304"/>
              <a:gd name="connsiteX108" fmla="*/ 5136167 w 12198158"/>
              <a:gd name="connsiteY108" fmla="*/ 4879315 h 4977304"/>
              <a:gd name="connsiteX109" fmla="*/ 5118243 w 12198158"/>
              <a:gd name="connsiteY109" fmla="*/ 4867529 h 4977304"/>
              <a:gd name="connsiteX110" fmla="*/ 5062411 w 12198158"/>
              <a:gd name="connsiteY110" fmla="*/ 4874665 h 4977304"/>
              <a:gd name="connsiteX111" fmla="*/ 5008170 w 12198158"/>
              <a:gd name="connsiteY111" fmla="*/ 4856876 h 4977304"/>
              <a:gd name="connsiteX112" fmla="*/ 4837210 w 12198158"/>
              <a:gd name="connsiteY112" fmla="*/ 4830794 h 4977304"/>
              <a:gd name="connsiteX113" fmla="*/ 4759270 w 12198158"/>
              <a:gd name="connsiteY113" fmla="*/ 4800638 h 4977304"/>
              <a:gd name="connsiteX114" fmla="*/ 4720035 w 12198158"/>
              <a:gd name="connsiteY114" fmla="*/ 4790848 h 4977304"/>
              <a:gd name="connsiteX115" fmla="*/ 4718027 w 12198158"/>
              <a:gd name="connsiteY115" fmla="*/ 4790035 h 4977304"/>
              <a:gd name="connsiteX116" fmla="*/ 4718961 w 12198158"/>
              <a:gd name="connsiteY116" fmla="*/ 4789806 h 4977304"/>
              <a:gd name="connsiteX117" fmla="*/ 4714055 w 12198158"/>
              <a:gd name="connsiteY117" fmla="*/ 4788426 h 4977304"/>
              <a:gd name="connsiteX118" fmla="*/ 4718027 w 12198158"/>
              <a:gd name="connsiteY118" fmla="*/ 4790035 h 4977304"/>
              <a:gd name="connsiteX119" fmla="*/ 4712381 w 12198158"/>
              <a:gd name="connsiteY119" fmla="*/ 4791420 h 4977304"/>
              <a:gd name="connsiteX120" fmla="*/ 4512801 w 12198158"/>
              <a:gd name="connsiteY120" fmla="*/ 4780666 h 4977304"/>
              <a:gd name="connsiteX121" fmla="*/ 4425588 w 12198158"/>
              <a:gd name="connsiteY121" fmla="*/ 4769100 h 4977304"/>
              <a:gd name="connsiteX122" fmla="*/ 4314086 w 12198158"/>
              <a:gd name="connsiteY122" fmla="*/ 4774822 h 4977304"/>
              <a:gd name="connsiteX123" fmla="*/ 4312230 w 12198158"/>
              <a:gd name="connsiteY123" fmla="*/ 4773365 h 4977304"/>
              <a:gd name="connsiteX124" fmla="*/ 4292278 w 12198158"/>
              <a:gd name="connsiteY124" fmla="*/ 4771325 h 4977304"/>
              <a:gd name="connsiteX125" fmla="*/ 4287201 w 12198158"/>
              <a:gd name="connsiteY125" fmla="*/ 4774493 h 4977304"/>
              <a:gd name="connsiteX126" fmla="*/ 4273289 w 12198158"/>
              <a:gd name="connsiteY126" fmla="*/ 4774225 h 4977304"/>
              <a:gd name="connsiteX127" fmla="*/ 4245283 w 12198158"/>
              <a:gd name="connsiteY127" fmla="*/ 4776749 h 4977304"/>
              <a:gd name="connsiteX128" fmla="*/ 4199245 w 12198158"/>
              <a:gd name="connsiteY128" fmla="*/ 4773714 h 4977304"/>
              <a:gd name="connsiteX129" fmla="*/ 4198941 w 12198158"/>
              <a:gd name="connsiteY129" fmla="*/ 4772347 h 4977304"/>
              <a:gd name="connsiteX130" fmla="*/ 4188453 w 12198158"/>
              <a:gd name="connsiteY130" fmla="*/ 4766228 h 4977304"/>
              <a:gd name="connsiteX131" fmla="*/ 4139982 w 12198158"/>
              <a:gd name="connsiteY131" fmla="*/ 4748999 h 4977304"/>
              <a:gd name="connsiteX132" fmla="*/ 4080374 w 12198158"/>
              <a:gd name="connsiteY132" fmla="*/ 4720184 h 4977304"/>
              <a:gd name="connsiteX133" fmla="*/ 4071828 w 12198158"/>
              <a:gd name="connsiteY133" fmla="*/ 4719278 h 4977304"/>
              <a:gd name="connsiteX134" fmla="*/ 4071710 w 12198158"/>
              <a:gd name="connsiteY134" fmla="*/ 4718953 h 4977304"/>
              <a:gd name="connsiteX135" fmla="*/ 4056247 w 12198158"/>
              <a:gd name="connsiteY135" fmla="*/ 4717622 h 4977304"/>
              <a:gd name="connsiteX136" fmla="*/ 4039668 w 12198158"/>
              <a:gd name="connsiteY136" fmla="*/ 4715861 h 4977304"/>
              <a:gd name="connsiteX137" fmla="*/ 4034303 w 12198158"/>
              <a:gd name="connsiteY137" fmla="*/ 4713218 h 4977304"/>
              <a:gd name="connsiteX138" fmla="*/ 4032672 w 12198158"/>
              <a:gd name="connsiteY138" fmla="*/ 4709236 h 4977304"/>
              <a:gd name="connsiteX139" fmla="*/ 4031088 w 12198158"/>
              <a:gd name="connsiteY139" fmla="*/ 4709491 h 4977304"/>
              <a:gd name="connsiteX140" fmla="*/ 4001867 w 12198158"/>
              <a:gd name="connsiteY140" fmla="*/ 4695842 h 4977304"/>
              <a:gd name="connsiteX141" fmla="*/ 3934220 w 12198158"/>
              <a:gd name="connsiteY141" fmla="*/ 4676884 h 4977304"/>
              <a:gd name="connsiteX142" fmla="*/ 3894676 w 12198158"/>
              <a:gd name="connsiteY142" fmla="*/ 4670743 h 4977304"/>
              <a:gd name="connsiteX143" fmla="*/ 3787232 w 12198158"/>
              <a:gd name="connsiteY143" fmla="*/ 4648764 h 4977304"/>
              <a:gd name="connsiteX144" fmla="*/ 3680057 w 12198158"/>
              <a:gd name="connsiteY144" fmla="*/ 4622784 h 4977304"/>
              <a:gd name="connsiteX145" fmla="*/ 3607627 w 12198158"/>
              <a:gd name="connsiteY145" fmla="*/ 4587738 h 4977304"/>
              <a:gd name="connsiteX146" fmla="*/ 3601451 w 12198158"/>
              <a:gd name="connsiteY146" fmla="*/ 4589218 h 4977304"/>
              <a:gd name="connsiteX147" fmla="*/ 3592338 w 12198158"/>
              <a:gd name="connsiteY147" fmla="*/ 4589396 h 4977304"/>
              <a:gd name="connsiteX148" fmla="*/ 3592104 w 12198158"/>
              <a:gd name="connsiteY148" fmla="*/ 4589103 h 4977304"/>
              <a:gd name="connsiteX149" fmla="*/ 3583586 w 12198158"/>
              <a:gd name="connsiteY149" fmla="*/ 4589853 h 4977304"/>
              <a:gd name="connsiteX150" fmla="*/ 3533777 w 12198158"/>
              <a:gd name="connsiteY150" fmla="*/ 4579320 h 4977304"/>
              <a:gd name="connsiteX151" fmla="*/ 3470906 w 12198158"/>
              <a:gd name="connsiteY151" fmla="*/ 4575344 h 4977304"/>
              <a:gd name="connsiteX152" fmla="*/ 3398460 w 12198158"/>
              <a:gd name="connsiteY152" fmla="*/ 4562260 h 4977304"/>
              <a:gd name="connsiteX153" fmla="*/ 3361644 w 12198158"/>
              <a:gd name="connsiteY153" fmla="*/ 4580670 h 4977304"/>
              <a:gd name="connsiteX154" fmla="*/ 3341795 w 12198158"/>
              <a:gd name="connsiteY154" fmla="*/ 4582496 h 4977304"/>
              <a:gd name="connsiteX155" fmla="*/ 3339469 w 12198158"/>
              <a:gd name="connsiteY155" fmla="*/ 4581438 h 4977304"/>
              <a:gd name="connsiteX156" fmla="*/ 3260180 w 12198158"/>
              <a:gd name="connsiteY156" fmla="*/ 4587820 h 4977304"/>
              <a:gd name="connsiteX157" fmla="*/ 3140460 w 12198158"/>
              <a:gd name="connsiteY157" fmla="*/ 4596263 h 4977304"/>
              <a:gd name="connsiteX158" fmla="*/ 3028270 w 12198158"/>
              <a:gd name="connsiteY158" fmla="*/ 4599134 h 4977304"/>
              <a:gd name="connsiteX159" fmla="*/ 2779714 w 12198158"/>
              <a:gd name="connsiteY159" fmla="*/ 4622831 h 4977304"/>
              <a:gd name="connsiteX160" fmla="*/ 2649525 w 12198158"/>
              <a:gd name="connsiteY160" fmla="*/ 4658086 h 4977304"/>
              <a:gd name="connsiteX161" fmla="*/ 2566315 w 12198158"/>
              <a:gd name="connsiteY161" fmla="*/ 4605776 h 4977304"/>
              <a:gd name="connsiteX162" fmla="*/ 2441626 w 12198158"/>
              <a:gd name="connsiteY162" fmla="*/ 4620872 h 4977304"/>
              <a:gd name="connsiteX163" fmla="*/ 2313568 w 12198158"/>
              <a:gd name="connsiteY163" fmla="*/ 4630067 h 4977304"/>
              <a:gd name="connsiteX164" fmla="*/ 2207105 w 12198158"/>
              <a:gd name="connsiteY164" fmla="*/ 4624384 h 4977304"/>
              <a:gd name="connsiteX165" fmla="*/ 2093268 w 12198158"/>
              <a:gd name="connsiteY165" fmla="*/ 4606236 h 4977304"/>
              <a:gd name="connsiteX166" fmla="*/ 1996024 w 12198158"/>
              <a:gd name="connsiteY166" fmla="*/ 4597526 h 4977304"/>
              <a:gd name="connsiteX167" fmla="*/ 1926886 w 12198158"/>
              <a:gd name="connsiteY167" fmla="*/ 4621358 h 4977304"/>
              <a:gd name="connsiteX168" fmla="*/ 1920368 w 12198158"/>
              <a:gd name="connsiteY168" fmla="*/ 4616112 h 4977304"/>
              <a:gd name="connsiteX169" fmla="*/ 1871831 w 12198158"/>
              <a:gd name="connsiteY169" fmla="*/ 4617844 h 4977304"/>
              <a:gd name="connsiteX170" fmla="*/ 1785463 w 12198158"/>
              <a:gd name="connsiteY170" fmla="*/ 4647841 h 4977304"/>
              <a:gd name="connsiteX171" fmla="*/ 1737045 w 12198158"/>
              <a:gd name="connsiteY171" fmla="*/ 4642356 h 4977304"/>
              <a:gd name="connsiteX172" fmla="*/ 1673954 w 12198158"/>
              <a:gd name="connsiteY172" fmla="*/ 4624601 h 4977304"/>
              <a:gd name="connsiteX173" fmla="*/ 1602834 w 12198158"/>
              <a:gd name="connsiteY173" fmla="*/ 4640924 h 4977304"/>
              <a:gd name="connsiteX174" fmla="*/ 1490351 w 12198158"/>
              <a:gd name="connsiteY174" fmla="*/ 4613132 h 4977304"/>
              <a:gd name="connsiteX175" fmla="*/ 1149212 w 12198158"/>
              <a:gd name="connsiteY175" fmla="*/ 4564210 h 4977304"/>
              <a:gd name="connsiteX176" fmla="*/ 938574 w 12198158"/>
              <a:gd name="connsiteY176" fmla="*/ 4566821 h 4977304"/>
              <a:gd name="connsiteX177" fmla="*/ 857697 w 12198158"/>
              <a:gd name="connsiteY177" fmla="*/ 4525391 h 4977304"/>
              <a:gd name="connsiteX178" fmla="*/ 836981 w 12198158"/>
              <a:gd name="connsiteY178" fmla="*/ 4526708 h 4977304"/>
              <a:gd name="connsiteX179" fmla="*/ 816264 w 12198158"/>
              <a:gd name="connsiteY179" fmla="*/ 4524575 h 4977304"/>
              <a:gd name="connsiteX180" fmla="*/ 810965 w 12198158"/>
              <a:gd name="connsiteY180" fmla="*/ 4527718 h 4977304"/>
              <a:gd name="connsiteX181" fmla="*/ 796509 w 12198158"/>
              <a:gd name="connsiteY181" fmla="*/ 4527387 h 4977304"/>
              <a:gd name="connsiteX182" fmla="*/ 767389 w 12198158"/>
              <a:gd name="connsiteY182" fmla="*/ 4529784 h 4977304"/>
              <a:gd name="connsiteX183" fmla="*/ 762544 w 12198158"/>
              <a:gd name="connsiteY183" fmla="*/ 4527372 h 4977304"/>
              <a:gd name="connsiteX184" fmla="*/ 719567 w 12198158"/>
              <a:gd name="connsiteY184" fmla="*/ 4526534 h 4977304"/>
              <a:gd name="connsiteX185" fmla="*/ 719262 w 12198158"/>
              <a:gd name="connsiteY185" fmla="*/ 4525164 h 4977304"/>
              <a:gd name="connsiteX186" fmla="*/ 708402 w 12198158"/>
              <a:gd name="connsiteY186" fmla="*/ 4518999 h 4977304"/>
              <a:gd name="connsiteX187" fmla="*/ 596394 w 12198158"/>
              <a:gd name="connsiteY187" fmla="*/ 4472455 h 4977304"/>
              <a:gd name="connsiteX188" fmla="*/ 578149 w 12198158"/>
              <a:gd name="connsiteY188" fmla="*/ 4469575 h 4977304"/>
              <a:gd name="connsiteX189" fmla="*/ 571336 w 12198158"/>
              <a:gd name="connsiteY189" fmla="*/ 4469781 h 4977304"/>
              <a:gd name="connsiteX190" fmla="*/ 444802 w 12198158"/>
              <a:gd name="connsiteY190" fmla="*/ 4428480 h 4977304"/>
              <a:gd name="connsiteX191" fmla="*/ 403746 w 12198158"/>
              <a:gd name="connsiteY191" fmla="*/ 4422157 h 4977304"/>
              <a:gd name="connsiteX192" fmla="*/ 292240 w 12198158"/>
              <a:gd name="connsiteY192" fmla="*/ 4399681 h 4977304"/>
              <a:gd name="connsiteX193" fmla="*/ 118302 w 12198158"/>
              <a:gd name="connsiteY193" fmla="*/ 4343421 h 4977304"/>
              <a:gd name="connsiteX194" fmla="*/ 15516 w 12198158"/>
              <a:gd name="connsiteY194" fmla="*/ 4340320 h 4977304"/>
              <a:gd name="connsiteX195" fmla="*/ 2 w 12198158"/>
              <a:gd name="connsiteY195" fmla="*/ 4334381 h 4977304"/>
              <a:gd name="connsiteX196" fmla="*/ 0 w 12198158"/>
              <a:gd name="connsiteY196" fmla="*/ 0 h 497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12198158" h="4977304">
                <a:moveTo>
                  <a:pt x="0" y="0"/>
                </a:moveTo>
                <a:lnTo>
                  <a:pt x="12192000" y="0"/>
                </a:lnTo>
                <a:cubicBezTo>
                  <a:pt x="12194053" y="1221522"/>
                  <a:pt x="12196105" y="2443043"/>
                  <a:pt x="12198158" y="3664565"/>
                </a:cubicBezTo>
                <a:lnTo>
                  <a:pt x="12132764" y="3748492"/>
                </a:lnTo>
                <a:cubicBezTo>
                  <a:pt x="12118570" y="3746087"/>
                  <a:pt x="12066475" y="3748051"/>
                  <a:pt x="12053056" y="3749753"/>
                </a:cubicBezTo>
                <a:cubicBezTo>
                  <a:pt x="11951151" y="3723523"/>
                  <a:pt x="11987956" y="3741350"/>
                  <a:pt x="11938513" y="3754367"/>
                </a:cubicBezTo>
                <a:cubicBezTo>
                  <a:pt x="11893437" y="3756229"/>
                  <a:pt x="11892333" y="3768527"/>
                  <a:pt x="11853342" y="3782688"/>
                </a:cubicBezTo>
                <a:lnTo>
                  <a:pt x="11704569" y="3839336"/>
                </a:lnTo>
                <a:cubicBezTo>
                  <a:pt x="11658619" y="3856554"/>
                  <a:pt x="11620159" y="3839774"/>
                  <a:pt x="11577641" y="3885996"/>
                </a:cubicBezTo>
                <a:lnTo>
                  <a:pt x="11508791" y="3969283"/>
                </a:lnTo>
                <a:cubicBezTo>
                  <a:pt x="11460627" y="3971273"/>
                  <a:pt x="11432986" y="4009558"/>
                  <a:pt x="11388373" y="4027440"/>
                </a:cubicBezTo>
                <a:cubicBezTo>
                  <a:pt x="11343278" y="4048257"/>
                  <a:pt x="11314689" y="4047456"/>
                  <a:pt x="11276406" y="4056099"/>
                </a:cubicBezTo>
                <a:cubicBezTo>
                  <a:pt x="11261021" y="4049529"/>
                  <a:pt x="11204601" y="4061517"/>
                  <a:pt x="11190251" y="4073272"/>
                </a:cubicBezTo>
                <a:cubicBezTo>
                  <a:pt x="11148224" y="4071760"/>
                  <a:pt x="11166866" y="4068152"/>
                  <a:pt x="11139995" y="4081811"/>
                </a:cubicBezTo>
                <a:cubicBezTo>
                  <a:pt x="11109018" y="4049468"/>
                  <a:pt x="11068949" y="4077660"/>
                  <a:pt x="11040727" y="4081109"/>
                </a:cubicBezTo>
                <a:cubicBezTo>
                  <a:pt x="11023237" y="4085061"/>
                  <a:pt x="10985662" y="4089557"/>
                  <a:pt x="10969005" y="4091154"/>
                </a:cubicBezTo>
                <a:cubicBezTo>
                  <a:pt x="10940582" y="4090832"/>
                  <a:pt x="10898726" y="4139134"/>
                  <a:pt x="10899772" y="4122857"/>
                </a:cubicBezTo>
                <a:cubicBezTo>
                  <a:pt x="10876619" y="4120124"/>
                  <a:pt x="10869907" y="4153686"/>
                  <a:pt x="10838983" y="4155791"/>
                </a:cubicBezTo>
                <a:cubicBezTo>
                  <a:pt x="10773332" y="4195792"/>
                  <a:pt x="10814211" y="4181968"/>
                  <a:pt x="10769520" y="4198574"/>
                </a:cubicBezTo>
                <a:cubicBezTo>
                  <a:pt x="10724830" y="4215180"/>
                  <a:pt x="10633260" y="4238403"/>
                  <a:pt x="10570843" y="4255424"/>
                </a:cubicBezTo>
                <a:cubicBezTo>
                  <a:pt x="10542692" y="4260653"/>
                  <a:pt x="10551563" y="4286463"/>
                  <a:pt x="10512263" y="4291698"/>
                </a:cubicBezTo>
                <a:cubicBezTo>
                  <a:pt x="10488463" y="4290048"/>
                  <a:pt x="10466846" y="4304648"/>
                  <a:pt x="10439016" y="4293933"/>
                </a:cubicBezTo>
                <a:cubicBezTo>
                  <a:pt x="10429577" y="4289548"/>
                  <a:pt x="10402340" y="4290424"/>
                  <a:pt x="10376941" y="4298111"/>
                </a:cubicBezTo>
                <a:cubicBezTo>
                  <a:pt x="10367909" y="4289198"/>
                  <a:pt x="10340964" y="4298606"/>
                  <a:pt x="10329960" y="4298774"/>
                </a:cubicBezTo>
                <a:cubicBezTo>
                  <a:pt x="10316703" y="4291487"/>
                  <a:pt x="10267890" y="4301333"/>
                  <a:pt x="10254256" y="4309364"/>
                </a:cubicBezTo>
                <a:lnTo>
                  <a:pt x="10119745" y="4321869"/>
                </a:lnTo>
                <a:lnTo>
                  <a:pt x="10075444" y="4324144"/>
                </a:lnTo>
                <a:cubicBezTo>
                  <a:pt x="10067850" y="4321897"/>
                  <a:pt x="10040161" y="4323339"/>
                  <a:pt x="10032543" y="4322337"/>
                </a:cubicBezTo>
                <a:cubicBezTo>
                  <a:pt x="9991791" y="4333306"/>
                  <a:pt x="9977737" y="4333839"/>
                  <a:pt x="9953375" y="4339186"/>
                </a:cubicBezTo>
                <a:cubicBezTo>
                  <a:pt x="9912366" y="4339340"/>
                  <a:pt x="9882148" y="4335866"/>
                  <a:pt x="9841223" y="4346536"/>
                </a:cubicBezTo>
                <a:lnTo>
                  <a:pt x="9721820" y="4368481"/>
                </a:lnTo>
                <a:cubicBezTo>
                  <a:pt x="9668605" y="4358070"/>
                  <a:pt x="9595633" y="4367186"/>
                  <a:pt x="9578114" y="4380883"/>
                </a:cubicBezTo>
                <a:cubicBezTo>
                  <a:pt x="9512605" y="4396386"/>
                  <a:pt x="9409151" y="4424759"/>
                  <a:pt x="9336820" y="4430514"/>
                </a:cubicBezTo>
                <a:lnTo>
                  <a:pt x="9272837" y="4491645"/>
                </a:lnTo>
                <a:lnTo>
                  <a:pt x="9188677" y="4497828"/>
                </a:lnTo>
                <a:lnTo>
                  <a:pt x="9183116" y="4507862"/>
                </a:lnTo>
                <a:lnTo>
                  <a:pt x="9145128" y="4520027"/>
                </a:lnTo>
                <a:lnTo>
                  <a:pt x="9144106" y="4518870"/>
                </a:lnTo>
                <a:cubicBezTo>
                  <a:pt x="9140946" y="4516556"/>
                  <a:pt x="9136985" y="4515370"/>
                  <a:pt x="9131223" y="4516515"/>
                </a:cubicBezTo>
                <a:cubicBezTo>
                  <a:pt x="9132769" y="4495356"/>
                  <a:pt x="9124864" y="4509787"/>
                  <a:pt x="9107733" y="4515031"/>
                </a:cubicBezTo>
                <a:cubicBezTo>
                  <a:pt x="9106313" y="4483339"/>
                  <a:pt x="9062068" y="4520734"/>
                  <a:pt x="9047414" y="4506003"/>
                </a:cubicBezTo>
                <a:lnTo>
                  <a:pt x="8999479" y="4509570"/>
                </a:lnTo>
                <a:lnTo>
                  <a:pt x="8999194" y="4509309"/>
                </a:lnTo>
                <a:cubicBezTo>
                  <a:pt x="8997140" y="4509070"/>
                  <a:pt x="8994323" y="4509427"/>
                  <a:pt x="8990231" y="4510625"/>
                </a:cubicBezTo>
                <a:lnTo>
                  <a:pt x="8984397" y="4512863"/>
                </a:lnTo>
                <a:lnTo>
                  <a:pt x="8968351" y="4516366"/>
                </a:lnTo>
                <a:lnTo>
                  <a:pt x="8962029" y="4515606"/>
                </a:lnTo>
                <a:lnTo>
                  <a:pt x="8957069" y="4513190"/>
                </a:lnTo>
                <a:cubicBezTo>
                  <a:pt x="8948720" y="4521824"/>
                  <a:pt x="8916209" y="4555353"/>
                  <a:pt x="8889695" y="4533539"/>
                </a:cubicBezTo>
                <a:cubicBezTo>
                  <a:pt x="8858762" y="4534647"/>
                  <a:pt x="8783440" y="4526750"/>
                  <a:pt x="8746606" y="4530613"/>
                </a:cubicBezTo>
                <a:cubicBezTo>
                  <a:pt x="8714005" y="4542255"/>
                  <a:pt x="8742361" y="4527419"/>
                  <a:pt x="8702038" y="4532895"/>
                </a:cubicBezTo>
                <a:cubicBezTo>
                  <a:pt x="8665825" y="4554110"/>
                  <a:pt x="8633382" y="4536256"/>
                  <a:pt x="8590337" y="4542204"/>
                </a:cubicBezTo>
                <a:lnTo>
                  <a:pt x="8519543" y="4526086"/>
                </a:lnTo>
                <a:lnTo>
                  <a:pt x="8505306" y="4532509"/>
                </a:lnTo>
                <a:lnTo>
                  <a:pt x="8500493" y="4535768"/>
                </a:lnTo>
                <a:cubicBezTo>
                  <a:pt x="8496977" y="4537698"/>
                  <a:pt x="8494378" y="4538579"/>
                  <a:pt x="8492299" y="4538742"/>
                </a:cubicBezTo>
                <a:lnTo>
                  <a:pt x="8491926" y="4538547"/>
                </a:lnTo>
                <a:lnTo>
                  <a:pt x="8484586" y="4541860"/>
                </a:lnTo>
                <a:lnTo>
                  <a:pt x="8361601" y="4557109"/>
                </a:lnTo>
                <a:cubicBezTo>
                  <a:pt x="8356446" y="4559308"/>
                  <a:pt x="8352158" y="4558930"/>
                  <a:pt x="8348227" y="4557320"/>
                </a:cubicBezTo>
                <a:lnTo>
                  <a:pt x="8346801" y="4556408"/>
                </a:lnTo>
                <a:lnTo>
                  <a:pt x="8308886" y="4575677"/>
                </a:lnTo>
                <a:lnTo>
                  <a:pt x="8289640" y="4590767"/>
                </a:lnTo>
                <a:lnTo>
                  <a:pt x="8278750" y="4597091"/>
                </a:lnTo>
                <a:lnTo>
                  <a:pt x="8277624" y="4601916"/>
                </a:lnTo>
                <a:cubicBezTo>
                  <a:pt x="8275321" y="4605440"/>
                  <a:pt x="8270631" y="4608316"/>
                  <a:pt x="8260561" y="4609708"/>
                </a:cubicBezTo>
                <a:lnTo>
                  <a:pt x="8257864" y="4609458"/>
                </a:lnTo>
                <a:lnTo>
                  <a:pt x="8246529" y="4620148"/>
                </a:lnTo>
                <a:cubicBezTo>
                  <a:pt x="8243357" y="4624329"/>
                  <a:pt x="8241146" y="4628979"/>
                  <a:pt x="8240334" y="4634257"/>
                </a:cubicBezTo>
                <a:cubicBezTo>
                  <a:pt x="8176370" y="4631100"/>
                  <a:pt x="8141696" y="4668156"/>
                  <a:pt x="8084875" y="4684387"/>
                </a:cubicBezTo>
                <a:cubicBezTo>
                  <a:pt x="8020114" y="4709519"/>
                  <a:pt x="7961756" y="4732581"/>
                  <a:pt x="7900134" y="4729969"/>
                </a:cubicBezTo>
                <a:cubicBezTo>
                  <a:pt x="7829893" y="4746164"/>
                  <a:pt x="7775775" y="4748586"/>
                  <a:pt x="7713595" y="4757895"/>
                </a:cubicBezTo>
                <a:lnTo>
                  <a:pt x="7609267" y="4754126"/>
                </a:lnTo>
                <a:lnTo>
                  <a:pt x="7522521" y="4760455"/>
                </a:lnTo>
                <a:lnTo>
                  <a:pt x="7514554" y="4763228"/>
                </a:lnTo>
                <a:cubicBezTo>
                  <a:pt x="7508980" y="4764682"/>
                  <a:pt x="7505163" y="4765062"/>
                  <a:pt x="7502403" y="4764677"/>
                </a:cubicBezTo>
                <a:lnTo>
                  <a:pt x="7502032" y="4764322"/>
                </a:lnTo>
                <a:lnTo>
                  <a:pt x="7490794" y="4766442"/>
                </a:lnTo>
                <a:cubicBezTo>
                  <a:pt x="7471998" y="4770914"/>
                  <a:pt x="7417576" y="4752001"/>
                  <a:pt x="7400450" y="4757640"/>
                </a:cubicBezTo>
                <a:cubicBezTo>
                  <a:pt x="7369869" y="4754437"/>
                  <a:pt x="7329097" y="4753237"/>
                  <a:pt x="7307302" y="4747220"/>
                </a:cubicBezTo>
                <a:lnTo>
                  <a:pt x="7305976" y="4745654"/>
                </a:lnTo>
                <a:lnTo>
                  <a:pt x="7213744" y="4773074"/>
                </a:lnTo>
                <a:lnTo>
                  <a:pt x="7196298" y="4778016"/>
                </a:lnTo>
                <a:lnTo>
                  <a:pt x="7192202" y="4783834"/>
                </a:lnTo>
                <a:cubicBezTo>
                  <a:pt x="7187314" y="4787660"/>
                  <a:pt x="7179713" y="4789983"/>
                  <a:pt x="7166024" y="4788882"/>
                </a:cubicBezTo>
                <a:lnTo>
                  <a:pt x="7092253" y="4802161"/>
                </a:lnTo>
                <a:cubicBezTo>
                  <a:pt x="7056437" y="4803224"/>
                  <a:pt x="7045485" y="4804285"/>
                  <a:pt x="7013814" y="4801755"/>
                </a:cubicBezTo>
                <a:cubicBezTo>
                  <a:pt x="6932900" y="4813634"/>
                  <a:pt x="6939012" y="4839878"/>
                  <a:pt x="6899540" y="4833798"/>
                </a:cubicBezTo>
                <a:cubicBezTo>
                  <a:pt x="6867337" y="4828143"/>
                  <a:pt x="6783460" y="4848857"/>
                  <a:pt x="6703746" y="4864157"/>
                </a:cubicBezTo>
                <a:cubicBezTo>
                  <a:pt x="6644670" y="4874425"/>
                  <a:pt x="6623684" y="4889739"/>
                  <a:pt x="6545085" y="4895408"/>
                </a:cubicBezTo>
                <a:cubicBezTo>
                  <a:pt x="6467836" y="4943289"/>
                  <a:pt x="6405420" y="4917526"/>
                  <a:pt x="6313345" y="4946232"/>
                </a:cubicBezTo>
                <a:cubicBezTo>
                  <a:pt x="6293349" y="4963089"/>
                  <a:pt x="6205149" y="4944417"/>
                  <a:pt x="6164558" y="4948498"/>
                </a:cubicBezTo>
                <a:cubicBezTo>
                  <a:pt x="6123967" y="4952580"/>
                  <a:pt x="6086477" y="4967293"/>
                  <a:pt x="6069796" y="4970720"/>
                </a:cubicBezTo>
                <a:lnTo>
                  <a:pt x="6064481" y="4969051"/>
                </a:lnTo>
                <a:lnTo>
                  <a:pt x="6044602" y="4969792"/>
                </a:lnTo>
                <a:lnTo>
                  <a:pt x="6037252" y="4960726"/>
                </a:lnTo>
                <a:lnTo>
                  <a:pt x="6006081" y="4955195"/>
                </a:lnTo>
                <a:cubicBezTo>
                  <a:pt x="5994678" y="4954557"/>
                  <a:pt x="5932808" y="4941262"/>
                  <a:pt x="5920065" y="4944866"/>
                </a:cubicBezTo>
                <a:cubicBezTo>
                  <a:pt x="5853957" y="4950547"/>
                  <a:pt x="5821185" y="4970512"/>
                  <a:pt x="5755077" y="4976193"/>
                </a:cubicBezTo>
                <a:lnTo>
                  <a:pt x="5623207" y="4977304"/>
                </a:lnTo>
                <a:lnTo>
                  <a:pt x="5467256" y="4962079"/>
                </a:lnTo>
                <a:cubicBezTo>
                  <a:pt x="5474480" y="4947930"/>
                  <a:pt x="5435381" y="4963206"/>
                  <a:pt x="5429137" y="4949858"/>
                </a:cubicBezTo>
                <a:cubicBezTo>
                  <a:pt x="5425747" y="4938963"/>
                  <a:pt x="5388231" y="4933877"/>
                  <a:pt x="5378078" y="4930634"/>
                </a:cubicBezTo>
                <a:lnTo>
                  <a:pt x="5258253" y="4908461"/>
                </a:lnTo>
                <a:cubicBezTo>
                  <a:pt x="5248095" y="4908261"/>
                  <a:pt x="5227061" y="4899237"/>
                  <a:pt x="5219477" y="4896381"/>
                </a:cubicBezTo>
                <a:lnTo>
                  <a:pt x="5171208" y="4893134"/>
                </a:lnTo>
                <a:lnTo>
                  <a:pt x="5153115" y="4885290"/>
                </a:lnTo>
                <a:lnTo>
                  <a:pt x="5139168" y="4881597"/>
                </a:lnTo>
                <a:lnTo>
                  <a:pt x="5136167" y="4879315"/>
                </a:lnTo>
                <a:cubicBezTo>
                  <a:pt x="5130452" y="4874928"/>
                  <a:pt x="5124659" y="4870789"/>
                  <a:pt x="5118243" y="4867529"/>
                </a:cubicBezTo>
                <a:cubicBezTo>
                  <a:pt x="5104912" y="4898609"/>
                  <a:pt x="5061478" y="4844922"/>
                  <a:pt x="5062411" y="4874665"/>
                </a:cubicBezTo>
                <a:cubicBezTo>
                  <a:pt x="5024842" y="4862159"/>
                  <a:pt x="5035586" y="4893749"/>
                  <a:pt x="5008170" y="4856876"/>
                </a:cubicBezTo>
                <a:cubicBezTo>
                  <a:pt x="4933732" y="4857292"/>
                  <a:pt x="4913077" y="4871417"/>
                  <a:pt x="4837210" y="4830794"/>
                </a:cubicBezTo>
                <a:cubicBezTo>
                  <a:pt x="4803536" y="4812721"/>
                  <a:pt x="4780918" y="4800616"/>
                  <a:pt x="4759270" y="4800638"/>
                </a:cubicBezTo>
                <a:cubicBezTo>
                  <a:pt x="4738164" y="4795750"/>
                  <a:pt x="4726328" y="4792685"/>
                  <a:pt x="4720035" y="4790848"/>
                </a:cubicBezTo>
                <a:lnTo>
                  <a:pt x="4718027" y="4790035"/>
                </a:lnTo>
                <a:lnTo>
                  <a:pt x="4718961" y="4789806"/>
                </a:lnTo>
                <a:cubicBezTo>
                  <a:pt x="4717997" y="4789109"/>
                  <a:pt x="4715119" y="4788451"/>
                  <a:pt x="4714055" y="4788426"/>
                </a:cubicBezTo>
                <a:lnTo>
                  <a:pt x="4718027" y="4790035"/>
                </a:lnTo>
                <a:lnTo>
                  <a:pt x="4712381" y="4791420"/>
                </a:lnTo>
                <a:cubicBezTo>
                  <a:pt x="4677029" y="4783866"/>
                  <a:pt x="4521728" y="4782988"/>
                  <a:pt x="4512801" y="4780666"/>
                </a:cubicBezTo>
                <a:cubicBezTo>
                  <a:pt x="4454849" y="4766427"/>
                  <a:pt x="4459685" y="4765622"/>
                  <a:pt x="4425588" y="4769100"/>
                </a:cubicBezTo>
                <a:lnTo>
                  <a:pt x="4314086" y="4774822"/>
                </a:lnTo>
                <a:lnTo>
                  <a:pt x="4312230" y="4773365"/>
                </a:lnTo>
                <a:cubicBezTo>
                  <a:pt x="4303254" y="4769704"/>
                  <a:pt x="4297128" y="4769706"/>
                  <a:pt x="4292278" y="4771325"/>
                </a:cubicBezTo>
                <a:lnTo>
                  <a:pt x="4287201" y="4774493"/>
                </a:lnTo>
                <a:lnTo>
                  <a:pt x="4273289" y="4774225"/>
                </a:lnTo>
                <a:lnTo>
                  <a:pt x="4245283" y="4776749"/>
                </a:lnTo>
                <a:lnTo>
                  <a:pt x="4199245" y="4773714"/>
                </a:lnTo>
                <a:cubicBezTo>
                  <a:pt x="4199145" y="4773258"/>
                  <a:pt x="4199042" y="4772803"/>
                  <a:pt x="4198941" y="4772347"/>
                </a:cubicBezTo>
                <a:cubicBezTo>
                  <a:pt x="4197318" y="4769266"/>
                  <a:pt x="4194344" y="4766965"/>
                  <a:pt x="4188453" y="4766228"/>
                </a:cubicBezTo>
                <a:cubicBezTo>
                  <a:pt x="4201411" y="4747453"/>
                  <a:pt x="4158502" y="4749511"/>
                  <a:pt x="4139982" y="4748999"/>
                </a:cubicBezTo>
                <a:cubicBezTo>
                  <a:pt x="4121969" y="4741325"/>
                  <a:pt x="4096368" y="4726578"/>
                  <a:pt x="4080374" y="4720184"/>
                </a:cubicBezTo>
                <a:lnTo>
                  <a:pt x="4071828" y="4719278"/>
                </a:lnTo>
                <a:cubicBezTo>
                  <a:pt x="4071789" y="4719168"/>
                  <a:pt x="4071748" y="4719061"/>
                  <a:pt x="4071710" y="4718953"/>
                </a:cubicBezTo>
                <a:lnTo>
                  <a:pt x="4056247" y="4717622"/>
                </a:lnTo>
                <a:lnTo>
                  <a:pt x="4039668" y="4715861"/>
                </a:lnTo>
                <a:lnTo>
                  <a:pt x="4034303" y="4713218"/>
                </a:lnTo>
                <a:lnTo>
                  <a:pt x="4032672" y="4709236"/>
                </a:lnTo>
                <a:lnTo>
                  <a:pt x="4031088" y="4709491"/>
                </a:lnTo>
                <a:cubicBezTo>
                  <a:pt x="4018745" y="4714773"/>
                  <a:pt x="4014198" y="4723869"/>
                  <a:pt x="4001867" y="4695842"/>
                </a:cubicBezTo>
                <a:lnTo>
                  <a:pt x="3934220" y="4676884"/>
                </a:lnTo>
                <a:cubicBezTo>
                  <a:pt x="3917894" y="4685272"/>
                  <a:pt x="3905931" y="4680180"/>
                  <a:pt x="3894676" y="4670743"/>
                </a:cubicBezTo>
                <a:cubicBezTo>
                  <a:pt x="3858520" y="4671281"/>
                  <a:pt x="3827077" y="4656219"/>
                  <a:pt x="3787232" y="4648764"/>
                </a:cubicBezTo>
                <a:cubicBezTo>
                  <a:pt x="3738515" y="4632794"/>
                  <a:pt x="3722648" y="4630647"/>
                  <a:pt x="3680057" y="4622784"/>
                </a:cubicBezTo>
                <a:lnTo>
                  <a:pt x="3607627" y="4587738"/>
                </a:lnTo>
                <a:lnTo>
                  <a:pt x="3601451" y="4589218"/>
                </a:lnTo>
                <a:cubicBezTo>
                  <a:pt x="3597182" y="4589890"/>
                  <a:pt x="3594330" y="4589890"/>
                  <a:pt x="3592338" y="4589396"/>
                </a:cubicBezTo>
                <a:lnTo>
                  <a:pt x="3592104" y="4589103"/>
                </a:lnTo>
                <a:lnTo>
                  <a:pt x="3583586" y="4589853"/>
                </a:lnTo>
                <a:cubicBezTo>
                  <a:pt x="3569244" y="4591798"/>
                  <a:pt x="3547025" y="4576378"/>
                  <a:pt x="3533777" y="4579320"/>
                </a:cubicBezTo>
                <a:cubicBezTo>
                  <a:pt x="3511599" y="4574654"/>
                  <a:pt x="3486298" y="4581458"/>
                  <a:pt x="3470906" y="4575344"/>
                </a:cubicBezTo>
                <a:lnTo>
                  <a:pt x="3398460" y="4562260"/>
                </a:lnTo>
                <a:lnTo>
                  <a:pt x="3361644" y="4580670"/>
                </a:lnTo>
                <a:cubicBezTo>
                  <a:pt x="3357618" y="4583165"/>
                  <a:pt x="3351760" y="4584336"/>
                  <a:pt x="3341795" y="4582496"/>
                </a:cubicBezTo>
                <a:lnTo>
                  <a:pt x="3339469" y="4581438"/>
                </a:lnTo>
                <a:cubicBezTo>
                  <a:pt x="3334155" y="4584121"/>
                  <a:pt x="3293348" y="4585348"/>
                  <a:pt x="3260180" y="4587820"/>
                </a:cubicBezTo>
                <a:cubicBezTo>
                  <a:pt x="3207583" y="4590362"/>
                  <a:pt x="3201254" y="4599020"/>
                  <a:pt x="3140460" y="4596263"/>
                </a:cubicBezTo>
                <a:cubicBezTo>
                  <a:pt x="3080635" y="4597598"/>
                  <a:pt x="3070240" y="4604121"/>
                  <a:pt x="3028270" y="4599134"/>
                </a:cubicBezTo>
                <a:lnTo>
                  <a:pt x="2779714" y="4622831"/>
                </a:lnTo>
                <a:cubicBezTo>
                  <a:pt x="2717485" y="4652864"/>
                  <a:pt x="2720552" y="4643479"/>
                  <a:pt x="2649525" y="4658086"/>
                </a:cubicBezTo>
                <a:cubicBezTo>
                  <a:pt x="2585557" y="4592997"/>
                  <a:pt x="2606961" y="4610743"/>
                  <a:pt x="2566315" y="4605776"/>
                </a:cubicBezTo>
                <a:lnTo>
                  <a:pt x="2441626" y="4620872"/>
                </a:lnTo>
                <a:cubicBezTo>
                  <a:pt x="2409973" y="4638856"/>
                  <a:pt x="2352457" y="4606180"/>
                  <a:pt x="2313568" y="4630067"/>
                </a:cubicBezTo>
                <a:cubicBezTo>
                  <a:pt x="2274482" y="4630651"/>
                  <a:pt x="2231693" y="4626096"/>
                  <a:pt x="2207105" y="4624384"/>
                </a:cubicBezTo>
                <a:cubicBezTo>
                  <a:pt x="2170388" y="4620413"/>
                  <a:pt x="2128447" y="4610713"/>
                  <a:pt x="2093268" y="4606236"/>
                </a:cubicBezTo>
                <a:cubicBezTo>
                  <a:pt x="2076153" y="4621015"/>
                  <a:pt x="2044188" y="4596793"/>
                  <a:pt x="1996024" y="4597526"/>
                </a:cubicBezTo>
                <a:cubicBezTo>
                  <a:pt x="1977383" y="4614519"/>
                  <a:pt x="1963539" y="4597813"/>
                  <a:pt x="1926886" y="4621358"/>
                </a:cubicBezTo>
                <a:cubicBezTo>
                  <a:pt x="1925073" y="4619412"/>
                  <a:pt x="1922877" y="4617645"/>
                  <a:pt x="1920368" y="4616112"/>
                </a:cubicBezTo>
                <a:cubicBezTo>
                  <a:pt x="1905804" y="4607213"/>
                  <a:pt x="1884071" y="4607988"/>
                  <a:pt x="1871831" y="4617844"/>
                </a:cubicBezTo>
                <a:cubicBezTo>
                  <a:pt x="1842333" y="4633872"/>
                  <a:pt x="1813480" y="4642318"/>
                  <a:pt x="1785463" y="4647841"/>
                </a:cubicBezTo>
                <a:lnTo>
                  <a:pt x="1737045" y="4642356"/>
                </a:lnTo>
                <a:cubicBezTo>
                  <a:pt x="1718461" y="4638483"/>
                  <a:pt x="1695530" y="4628808"/>
                  <a:pt x="1673954" y="4624601"/>
                </a:cubicBezTo>
                <a:cubicBezTo>
                  <a:pt x="1651606" y="4623293"/>
                  <a:pt x="1622786" y="4654278"/>
                  <a:pt x="1602834" y="4640924"/>
                </a:cubicBezTo>
                <a:cubicBezTo>
                  <a:pt x="1563877" y="4628244"/>
                  <a:pt x="1518595" y="4650131"/>
                  <a:pt x="1490351" y="4613132"/>
                </a:cubicBezTo>
                <a:cubicBezTo>
                  <a:pt x="1412573" y="4597158"/>
                  <a:pt x="1263233" y="4580189"/>
                  <a:pt x="1149212" y="4564210"/>
                </a:cubicBezTo>
                <a:cubicBezTo>
                  <a:pt x="1116338" y="4591134"/>
                  <a:pt x="987159" y="4573292"/>
                  <a:pt x="938574" y="4566821"/>
                </a:cubicBezTo>
                <a:cubicBezTo>
                  <a:pt x="889988" y="4560351"/>
                  <a:pt x="864045" y="4523705"/>
                  <a:pt x="857697" y="4525391"/>
                </a:cubicBezTo>
                <a:lnTo>
                  <a:pt x="836981" y="4526708"/>
                </a:lnTo>
                <a:cubicBezTo>
                  <a:pt x="827680" y="4523006"/>
                  <a:pt x="821314" y="4522979"/>
                  <a:pt x="816264" y="4524575"/>
                </a:cubicBezTo>
                <a:lnTo>
                  <a:pt x="810965" y="4527718"/>
                </a:lnTo>
                <a:lnTo>
                  <a:pt x="796509" y="4527387"/>
                </a:lnTo>
                <a:lnTo>
                  <a:pt x="767389" y="4529784"/>
                </a:lnTo>
                <a:lnTo>
                  <a:pt x="762544" y="4527372"/>
                </a:lnTo>
                <a:lnTo>
                  <a:pt x="719567" y="4526534"/>
                </a:lnTo>
                <a:cubicBezTo>
                  <a:pt x="719467" y="4526078"/>
                  <a:pt x="719363" y="4525621"/>
                  <a:pt x="719262" y="4525164"/>
                </a:cubicBezTo>
                <a:cubicBezTo>
                  <a:pt x="717595" y="4522076"/>
                  <a:pt x="714519" y="4519761"/>
                  <a:pt x="708402" y="4518999"/>
                </a:cubicBezTo>
                <a:cubicBezTo>
                  <a:pt x="687925" y="4510214"/>
                  <a:pt x="618105" y="4480694"/>
                  <a:pt x="596394" y="4472455"/>
                </a:cubicBezTo>
                <a:cubicBezTo>
                  <a:pt x="585891" y="4471805"/>
                  <a:pt x="582326" y="4470021"/>
                  <a:pt x="578149" y="4469575"/>
                </a:cubicBezTo>
                <a:lnTo>
                  <a:pt x="571336" y="4469781"/>
                </a:lnTo>
                <a:cubicBezTo>
                  <a:pt x="549113" y="4462932"/>
                  <a:pt x="472734" y="4436418"/>
                  <a:pt x="444802" y="4428480"/>
                </a:cubicBezTo>
                <a:cubicBezTo>
                  <a:pt x="427780" y="4436790"/>
                  <a:pt x="415383" y="4431645"/>
                  <a:pt x="403746" y="4422157"/>
                </a:cubicBezTo>
                <a:cubicBezTo>
                  <a:pt x="366174" y="4422528"/>
                  <a:pt x="333597" y="4407319"/>
                  <a:pt x="292240" y="4399681"/>
                </a:cubicBezTo>
                <a:lnTo>
                  <a:pt x="118302" y="4343421"/>
                </a:lnTo>
                <a:cubicBezTo>
                  <a:pt x="72181" y="4333528"/>
                  <a:pt x="35232" y="4341827"/>
                  <a:pt x="15516" y="4340320"/>
                </a:cubicBezTo>
                <a:lnTo>
                  <a:pt x="2" y="4334381"/>
                </a:lnTo>
                <a:cubicBezTo>
                  <a:pt x="1" y="2889587"/>
                  <a:pt x="1" y="1444794"/>
                  <a:pt x="0" y="0"/>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C3DFAE-D95E-9CD3-FA02-F8FCD9ACEFBF}"/>
              </a:ext>
            </a:extLst>
          </p:cNvPr>
          <p:cNvSpPr>
            <a:spLocks noGrp="1"/>
          </p:cNvSpPr>
          <p:nvPr>
            <p:ph type="title"/>
          </p:nvPr>
        </p:nvSpPr>
        <p:spPr>
          <a:xfrm>
            <a:off x="1910822" y="1122363"/>
            <a:ext cx="8376514" cy="2596652"/>
          </a:xfrm>
        </p:spPr>
        <p:txBody>
          <a:bodyPr vert="horz" lIns="91440" tIns="45720" rIns="91440" bIns="45720" rtlCol="0" anchor="b">
            <a:normAutofit fontScale="90000"/>
          </a:bodyPr>
          <a:lstStyle/>
          <a:p>
            <a:pPr>
              <a:lnSpc>
                <a:spcPct val="100000"/>
              </a:lnSpc>
            </a:pPr>
            <a:r>
              <a:rPr lang="en-US" sz="2000" b="1" dirty="0">
                <a:solidFill>
                  <a:srgbClr val="92D050"/>
                </a:solidFill>
              </a:rPr>
              <a:t>Progress</a:t>
            </a:r>
            <a:br>
              <a:rPr lang="en-US" sz="2000" b="1" dirty="0">
                <a:solidFill>
                  <a:srgbClr val="92D050"/>
                </a:solidFill>
              </a:rPr>
            </a:br>
            <a:br>
              <a:rPr lang="en-US" sz="2000" b="1" dirty="0">
                <a:solidFill>
                  <a:srgbClr val="92D050"/>
                </a:solidFill>
              </a:rPr>
            </a:br>
            <a:r>
              <a:rPr lang="en-US" sz="2000" dirty="0">
                <a:solidFill>
                  <a:schemeClr val="tx1">
                    <a:lumMod val="95000"/>
                    <a:lumOff val="5000"/>
                  </a:schemeClr>
                </a:solidFill>
              </a:rPr>
              <a:t>1.</a:t>
            </a:r>
            <a:r>
              <a:rPr lang="en-US" sz="2000" dirty="0"/>
              <a:t>Quick Glance Screen</a:t>
            </a:r>
            <a:br>
              <a:rPr lang="en-US" sz="2000" dirty="0"/>
            </a:br>
            <a:r>
              <a:rPr lang="en-US" sz="2000" dirty="0"/>
              <a:t>2.Modern Look to the existing screens</a:t>
            </a:r>
            <a:br>
              <a:rPr lang="en-US" sz="2000" dirty="0"/>
            </a:br>
            <a:r>
              <a:rPr lang="en-US" sz="2000" dirty="0"/>
              <a:t>3.Our Process Screen</a:t>
            </a:r>
            <a:br>
              <a:rPr lang="en-US" sz="2000" dirty="0"/>
            </a:br>
            <a:r>
              <a:rPr lang="en-US" sz="2000" dirty="0"/>
              <a:t>4.Meet the Team</a:t>
            </a:r>
            <a:br>
              <a:rPr lang="en-US" sz="2000" dirty="0"/>
            </a:br>
            <a:r>
              <a:rPr lang="en-US" sz="2000" dirty="0"/>
              <a:t>5.Read More Screens</a:t>
            </a:r>
            <a:br>
              <a:rPr lang="en-US" sz="2000" dirty="0"/>
            </a:br>
            <a:br>
              <a:rPr lang="en-US" sz="2000" dirty="0"/>
            </a:br>
            <a:endParaRPr lang="en-US" sz="2000" dirty="0"/>
          </a:p>
        </p:txBody>
      </p:sp>
    </p:spTree>
    <p:extLst>
      <p:ext uri="{BB962C8B-B14F-4D97-AF65-F5344CB8AC3E}">
        <p14:creationId xmlns:p14="http://schemas.microsoft.com/office/powerpoint/2010/main" val="271297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DEB2E8C4-C3E7-4048-A43D-9859510C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24D29CCB-7956-4E3E-8880-304085F04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BAB0BC72-1C3A-421F-AB0A-D480DA93F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C8D8CD6-05AA-E647-41A1-8050FB691C2D}"/>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a:t>Quick Glance Screen</a:t>
            </a:r>
          </a:p>
        </p:txBody>
      </p:sp>
      <p:sp>
        <p:nvSpPr>
          <p:cNvPr id="4" name="Text Placeholder 3">
            <a:extLst>
              <a:ext uri="{FF2B5EF4-FFF2-40B4-BE49-F238E27FC236}">
                <a16:creationId xmlns:a16="http://schemas.microsoft.com/office/drawing/2014/main" id="{87FFB726-CBD4-BD0D-1E74-0F17A8B0F9D8}"/>
              </a:ext>
            </a:extLst>
          </p:cNvPr>
          <p:cNvSpPr>
            <a:spLocks noGrp="1"/>
          </p:cNvSpPr>
          <p:nvPr>
            <p:ph type="body" sz="half" idx="2"/>
          </p:nvPr>
        </p:nvSpPr>
        <p:spPr>
          <a:xfrm>
            <a:off x="1050879" y="2357567"/>
            <a:ext cx="5216426" cy="3896810"/>
          </a:xfrm>
        </p:spPr>
        <p:txBody>
          <a:bodyPr vert="horz" lIns="91440" tIns="45720" rIns="91440" bIns="45720" rtlCol="0">
            <a:normAutofit/>
          </a:bodyPr>
          <a:lstStyle/>
          <a:p>
            <a:r>
              <a:rPr lang="en-US"/>
              <a:t>The latest version got a new look and a way to start the application by introducing the quick glance page. This page is designed specifically for the user who just wants to go through the application without entering the credentials</a:t>
            </a:r>
          </a:p>
          <a:p>
            <a:endParaRPr lang="en-US" dirty="0"/>
          </a:p>
        </p:txBody>
      </p:sp>
      <p:pic>
        <p:nvPicPr>
          <p:cNvPr id="5" name="Picture Placeholder 4">
            <a:extLst>
              <a:ext uri="{FF2B5EF4-FFF2-40B4-BE49-F238E27FC236}">
                <a16:creationId xmlns:a16="http://schemas.microsoft.com/office/drawing/2014/main" id="{E653E4A2-401B-4090-B487-21C91CB5D0F5}"/>
              </a:ext>
            </a:extLst>
          </p:cNvPr>
          <p:cNvPicPr>
            <a:picLocks noGrp="1" noChangeAspect="1"/>
          </p:cNvPicPr>
          <p:nvPr>
            <p:ph type="pic" idx="1"/>
          </p:nvPr>
        </p:nvPicPr>
        <p:blipFill>
          <a:blip r:embed="rId5"/>
          <a:stretch>
            <a:fillRect/>
          </a:stretch>
        </p:blipFill>
        <p:spPr>
          <a:xfrm>
            <a:off x="7689793" y="598262"/>
            <a:ext cx="3079719" cy="5676900"/>
          </a:xfrm>
          <a:prstGeom prst="rect">
            <a:avLst/>
          </a:prstGeom>
        </p:spPr>
      </p:pic>
    </p:spTree>
    <p:extLst>
      <p:ext uri="{BB962C8B-B14F-4D97-AF65-F5344CB8AC3E}">
        <p14:creationId xmlns:p14="http://schemas.microsoft.com/office/powerpoint/2010/main" val="3217244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643466-6286-4D99-294B-0930854FAEF6}"/>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24DAB8E3-5942-36E3-A707-8D4835E510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A5F09D52-5809-4105-EBA9-00A0D229D3D2}"/>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A5F09D52-5809-4105-EBA9-00A0D229D3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519DA2D9-C4BA-600B-F255-078D8D29F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B40E601-9D71-2696-2320-A599F766D3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D5EB672-3AEB-934B-5CBC-27A6DC620C3C}"/>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Login Screen</a:t>
            </a:r>
          </a:p>
        </p:txBody>
      </p:sp>
      <p:sp>
        <p:nvSpPr>
          <p:cNvPr id="4" name="Text Placeholder 3">
            <a:extLst>
              <a:ext uri="{FF2B5EF4-FFF2-40B4-BE49-F238E27FC236}">
                <a16:creationId xmlns:a16="http://schemas.microsoft.com/office/drawing/2014/main" id="{9540A378-431A-BEB0-318F-658F6C1B1AE3}"/>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pPr algn="just"/>
            <a:r>
              <a:rPr lang="en-US" dirty="0"/>
              <a:t>In the previous version, this screen used to be the startup screen for the application but in this version, it became the secondary screen. However, more information about the company can be found by entering the credentials on this screen</a:t>
            </a:r>
            <a:endParaRPr lang="en-IN" dirty="0"/>
          </a:p>
        </p:txBody>
      </p:sp>
      <p:pic>
        <p:nvPicPr>
          <p:cNvPr id="3" name="Picture 2">
            <a:extLst>
              <a:ext uri="{FF2B5EF4-FFF2-40B4-BE49-F238E27FC236}">
                <a16:creationId xmlns:a16="http://schemas.microsoft.com/office/drawing/2014/main" id="{6A064454-50E6-4A89-02DB-2B22BF56B577}"/>
              </a:ext>
            </a:extLst>
          </p:cNvPr>
          <p:cNvPicPr>
            <a:picLocks noChangeAspect="1"/>
          </p:cNvPicPr>
          <p:nvPr/>
        </p:nvPicPr>
        <p:blipFill>
          <a:blip r:embed="rId5"/>
          <a:stretch>
            <a:fillRect/>
          </a:stretch>
        </p:blipFill>
        <p:spPr>
          <a:xfrm>
            <a:off x="6210357" y="1100126"/>
            <a:ext cx="2651990" cy="4663844"/>
          </a:xfrm>
          <a:prstGeom prst="rect">
            <a:avLst/>
          </a:prstGeom>
        </p:spPr>
      </p:pic>
      <p:pic>
        <p:nvPicPr>
          <p:cNvPr id="8" name="Picture Placeholder 7">
            <a:extLst>
              <a:ext uri="{FF2B5EF4-FFF2-40B4-BE49-F238E27FC236}">
                <a16:creationId xmlns:a16="http://schemas.microsoft.com/office/drawing/2014/main" id="{D9CBEB77-73D8-984C-CA2D-487CA1F60B3F}"/>
              </a:ext>
            </a:extLst>
          </p:cNvPr>
          <p:cNvPicPr>
            <a:picLocks noGrp="1" noChangeAspect="1"/>
          </p:cNvPicPr>
          <p:nvPr>
            <p:ph type="pic" idx="1"/>
          </p:nvPr>
        </p:nvPicPr>
        <p:blipFill>
          <a:blip r:embed="rId6"/>
          <a:stretch>
            <a:fillRect/>
          </a:stretch>
        </p:blipFill>
        <p:spPr>
          <a:xfrm>
            <a:off x="9003506" y="1100126"/>
            <a:ext cx="2761727" cy="4657748"/>
          </a:xfrm>
          <a:prstGeom prst="rect">
            <a:avLst/>
          </a:prstGeom>
        </p:spPr>
      </p:pic>
    </p:spTree>
    <p:extLst>
      <p:ext uri="{BB962C8B-B14F-4D97-AF65-F5344CB8AC3E}">
        <p14:creationId xmlns:p14="http://schemas.microsoft.com/office/powerpoint/2010/main" val="1968514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C04207-4A99-DEC2-86BE-3318B48F87ED}"/>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B6B675FE-AA9B-4F6B-CF56-70520E54BD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8E5DE04A-3EF1-46EF-832D-CF54D96F9DD3}"/>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8E5DE04A-3EF1-46EF-832D-CF54D96F9D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46CA57C3-DC10-BEB8-BB43-1858DB6A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5292A10-30DE-419E-B664-F3EE4058F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5CB6717-27DC-A052-363D-26676098C7BC}"/>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Sign-up Screen</a:t>
            </a:r>
          </a:p>
        </p:txBody>
      </p:sp>
      <p:sp>
        <p:nvSpPr>
          <p:cNvPr id="4" name="Text Placeholder 3">
            <a:extLst>
              <a:ext uri="{FF2B5EF4-FFF2-40B4-BE49-F238E27FC236}">
                <a16:creationId xmlns:a16="http://schemas.microsoft.com/office/drawing/2014/main" id="{FF4028CF-C853-E196-B8B0-9CC995596928}"/>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pPr algn="just"/>
            <a:r>
              <a:rPr lang="en-US" dirty="0"/>
              <a:t>This screen was developed for new users who can enter their details and are able to utilize the full information provided. By adding a few colors and pictures got this page a fresh visual.</a:t>
            </a:r>
            <a:endParaRPr lang="en-IN" dirty="0"/>
          </a:p>
          <a:p>
            <a:pPr algn="just"/>
            <a:endParaRPr lang="en-IN" dirty="0"/>
          </a:p>
        </p:txBody>
      </p:sp>
      <p:pic>
        <p:nvPicPr>
          <p:cNvPr id="6" name="Picture 5">
            <a:extLst>
              <a:ext uri="{FF2B5EF4-FFF2-40B4-BE49-F238E27FC236}">
                <a16:creationId xmlns:a16="http://schemas.microsoft.com/office/drawing/2014/main" id="{E6665CB9-FC75-766A-8A68-C63E6591FB13}"/>
              </a:ext>
            </a:extLst>
          </p:cNvPr>
          <p:cNvPicPr>
            <a:picLocks noChangeAspect="1"/>
          </p:cNvPicPr>
          <p:nvPr/>
        </p:nvPicPr>
        <p:blipFill>
          <a:blip r:embed="rId5"/>
          <a:stretch>
            <a:fillRect/>
          </a:stretch>
        </p:blipFill>
        <p:spPr>
          <a:xfrm>
            <a:off x="6116152" y="1100126"/>
            <a:ext cx="2651990" cy="4657748"/>
          </a:xfrm>
          <a:prstGeom prst="rect">
            <a:avLst/>
          </a:prstGeom>
        </p:spPr>
      </p:pic>
      <p:pic>
        <p:nvPicPr>
          <p:cNvPr id="10" name="Picture Placeholder 9">
            <a:extLst>
              <a:ext uri="{FF2B5EF4-FFF2-40B4-BE49-F238E27FC236}">
                <a16:creationId xmlns:a16="http://schemas.microsoft.com/office/drawing/2014/main" id="{2460E1D7-5682-7721-611E-06C7731BA773}"/>
              </a:ext>
            </a:extLst>
          </p:cNvPr>
          <p:cNvPicPr>
            <a:picLocks noGrp="1" noChangeAspect="1"/>
          </p:cNvPicPr>
          <p:nvPr>
            <p:ph type="pic" idx="1"/>
          </p:nvPr>
        </p:nvPicPr>
        <p:blipFill>
          <a:blip r:embed="rId6"/>
          <a:stretch>
            <a:fillRect/>
          </a:stretch>
        </p:blipFill>
        <p:spPr>
          <a:xfrm>
            <a:off x="9185351" y="1100126"/>
            <a:ext cx="2682472" cy="4657748"/>
          </a:xfrm>
          <a:prstGeom prst="rect">
            <a:avLst/>
          </a:prstGeom>
        </p:spPr>
      </p:pic>
    </p:spTree>
    <p:extLst>
      <p:ext uri="{BB962C8B-B14F-4D97-AF65-F5344CB8AC3E}">
        <p14:creationId xmlns:p14="http://schemas.microsoft.com/office/powerpoint/2010/main" val="653640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019CCA-CB3A-9C52-39CB-59E6EEE2001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4339F1A-18F0-E521-48B1-7E1343E133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BEC20095-3723-46FF-FAD3-D9C4FD238F5B}"/>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BEC20095-3723-46FF-FAD3-D9C4FD238F5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24A7C20F-CAAE-A76B-7076-24D68A608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B3C806CA-7141-43CE-13C9-3286B95AD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BE707F-3542-4BF9-FEBB-D218D1C71968}"/>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Home Page Screen</a:t>
            </a:r>
          </a:p>
        </p:txBody>
      </p:sp>
      <p:sp>
        <p:nvSpPr>
          <p:cNvPr id="4" name="Text Placeholder 3">
            <a:extLst>
              <a:ext uri="{FF2B5EF4-FFF2-40B4-BE49-F238E27FC236}">
                <a16:creationId xmlns:a16="http://schemas.microsoft.com/office/drawing/2014/main" id="{A6222241-B488-80BA-E0AE-E3A8A7B10C02}"/>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pPr algn="just"/>
            <a:r>
              <a:rPr lang="en-US" dirty="0"/>
              <a:t>The most pertinent screen of the application helps in navigating to six different screens. As compared to the previous version this one got the new green color to all six buttons and  rounded textboxes </a:t>
            </a:r>
          </a:p>
        </p:txBody>
      </p:sp>
      <p:pic>
        <p:nvPicPr>
          <p:cNvPr id="3" name="Picture 2">
            <a:extLst>
              <a:ext uri="{FF2B5EF4-FFF2-40B4-BE49-F238E27FC236}">
                <a16:creationId xmlns:a16="http://schemas.microsoft.com/office/drawing/2014/main" id="{D3FD3E2C-1DAC-2A24-E615-17467656C6CD}"/>
              </a:ext>
            </a:extLst>
          </p:cNvPr>
          <p:cNvPicPr>
            <a:picLocks noChangeAspect="1"/>
          </p:cNvPicPr>
          <p:nvPr/>
        </p:nvPicPr>
        <p:blipFill>
          <a:blip r:embed="rId5"/>
          <a:stretch>
            <a:fillRect/>
          </a:stretch>
        </p:blipFill>
        <p:spPr>
          <a:xfrm>
            <a:off x="6152440" y="1100126"/>
            <a:ext cx="2767824" cy="4615072"/>
          </a:xfrm>
          <a:prstGeom prst="rect">
            <a:avLst/>
          </a:prstGeom>
        </p:spPr>
      </p:pic>
      <p:pic>
        <p:nvPicPr>
          <p:cNvPr id="8" name="Picture Placeholder 7">
            <a:extLst>
              <a:ext uri="{FF2B5EF4-FFF2-40B4-BE49-F238E27FC236}">
                <a16:creationId xmlns:a16="http://schemas.microsoft.com/office/drawing/2014/main" id="{BCDCC70A-19A4-885D-6DB9-BD272A8963BA}"/>
              </a:ext>
            </a:extLst>
          </p:cNvPr>
          <p:cNvPicPr>
            <a:picLocks noGrp="1" noChangeAspect="1"/>
          </p:cNvPicPr>
          <p:nvPr>
            <p:ph type="pic" idx="1"/>
          </p:nvPr>
        </p:nvPicPr>
        <p:blipFill>
          <a:blip r:embed="rId6"/>
          <a:stretch>
            <a:fillRect/>
          </a:stretch>
        </p:blipFill>
        <p:spPr>
          <a:xfrm>
            <a:off x="9184165" y="1100126"/>
            <a:ext cx="2645893" cy="4608975"/>
          </a:xfrm>
          <a:prstGeom prst="rect">
            <a:avLst/>
          </a:prstGeom>
        </p:spPr>
      </p:pic>
    </p:spTree>
    <p:extLst>
      <p:ext uri="{BB962C8B-B14F-4D97-AF65-F5344CB8AC3E}">
        <p14:creationId xmlns:p14="http://schemas.microsoft.com/office/powerpoint/2010/main" val="130500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EEC72-BA36-A396-FB8C-577B651B6CB6}"/>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85EE85A1-B748-BCD9-A152-B03B7F3BA5E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D8A7F719-9E1E-4CFB-43FC-E8210C50A99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D8A7F719-9E1E-4CFB-43FC-E8210C50A9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AA16CCB3-D48F-36EB-BF76-DEAB4E192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B9B28BBE-7CBB-7AE1-6CDD-7C5C0A963B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8CB6538-4F3F-1BE2-77A6-40C1AF59F4E7}"/>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Home Button Screen</a:t>
            </a:r>
          </a:p>
        </p:txBody>
      </p:sp>
      <p:sp>
        <p:nvSpPr>
          <p:cNvPr id="4" name="Text Placeholder 3">
            <a:extLst>
              <a:ext uri="{FF2B5EF4-FFF2-40B4-BE49-F238E27FC236}">
                <a16:creationId xmlns:a16="http://schemas.microsoft.com/office/drawing/2014/main" id="{1C999869-0CAB-71B8-1DE1-88BDC6FC9B7C}"/>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r>
              <a:rPr lang="en-US" dirty="0"/>
              <a:t>This screen has a graph and just below which lies a button which used to be static but, In this version, it got a functionality of navigating to the newly developed screen named “Our Process”</a:t>
            </a:r>
            <a:endParaRPr lang="en-IN" dirty="0"/>
          </a:p>
        </p:txBody>
      </p:sp>
      <p:pic>
        <p:nvPicPr>
          <p:cNvPr id="5" name="Picture 4">
            <a:extLst>
              <a:ext uri="{FF2B5EF4-FFF2-40B4-BE49-F238E27FC236}">
                <a16:creationId xmlns:a16="http://schemas.microsoft.com/office/drawing/2014/main" id="{86B59804-E263-89BF-A3AD-980E2049BA06}"/>
              </a:ext>
            </a:extLst>
          </p:cNvPr>
          <p:cNvPicPr>
            <a:picLocks noChangeAspect="1"/>
          </p:cNvPicPr>
          <p:nvPr/>
        </p:nvPicPr>
        <p:blipFill>
          <a:blip r:embed="rId5"/>
          <a:stretch>
            <a:fillRect/>
          </a:stretch>
        </p:blipFill>
        <p:spPr>
          <a:xfrm>
            <a:off x="6185971" y="1094030"/>
            <a:ext cx="2700762" cy="4663844"/>
          </a:xfrm>
          <a:prstGeom prst="rect">
            <a:avLst/>
          </a:prstGeom>
        </p:spPr>
      </p:pic>
      <p:pic>
        <p:nvPicPr>
          <p:cNvPr id="9" name="Picture Placeholder 8">
            <a:extLst>
              <a:ext uri="{FF2B5EF4-FFF2-40B4-BE49-F238E27FC236}">
                <a16:creationId xmlns:a16="http://schemas.microsoft.com/office/drawing/2014/main" id="{1D645071-6026-F0E1-5F26-E6C2A90AE3D1}"/>
              </a:ext>
            </a:extLst>
          </p:cNvPr>
          <p:cNvPicPr>
            <a:picLocks noGrp="1" noChangeAspect="1"/>
          </p:cNvPicPr>
          <p:nvPr>
            <p:ph type="pic" idx="1"/>
          </p:nvPr>
        </p:nvPicPr>
        <p:blipFill>
          <a:blip r:embed="rId6"/>
          <a:stretch>
            <a:fillRect/>
          </a:stretch>
        </p:blipFill>
        <p:spPr>
          <a:xfrm>
            <a:off x="9232220" y="1094030"/>
            <a:ext cx="2737341" cy="4688230"/>
          </a:xfrm>
          <a:prstGeom prst="rect">
            <a:avLst/>
          </a:prstGeom>
        </p:spPr>
      </p:pic>
    </p:spTree>
    <p:extLst>
      <p:ext uri="{BB962C8B-B14F-4D97-AF65-F5344CB8AC3E}">
        <p14:creationId xmlns:p14="http://schemas.microsoft.com/office/powerpoint/2010/main" val="404512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F67F3B-63AA-FAE1-FAEE-EF0C9E3C127B}"/>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EE349DF6-C84B-C3B9-AEA8-63C7928468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F76DD53F-C7F7-9824-C176-5736D0261280}"/>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F76DD53F-C7F7-9824-C176-5736D02612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40457307-CEEE-4726-DD08-DA040B52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34A62F24-B889-5C5A-3386-52E64CB26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59FD8BC-E202-ACD6-774D-C6C2137103F4}"/>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Our Process Screen</a:t>
            </a:r>
          </a:p>
        </p:txBody>
      </p:sp>
      <p:sp>
        <p:nvSpPr>
          <p:cNvPr id="4" name="Text Placeholder 3">
            <a:extLst>
              <a:ext uri="{FF2B5EF4-FFF2-40B4-BE49-F238E27FC236}">
                <a16:creationId xmlns:a16="http://schemas.microsoft.com/office/drawing/2014/main" id="{74F2B103-410A-CAE6-03AC-388C6DEC0F41}"/>
              </a:ext>
            </a:extLst>
          </p:cNvPr>
          <p:cNvSpPr>
            <a:spLocks noGrp="1"/>
          </p:cNvSpPr>
          <p:nvPr>
            <p:ph type="body" sz="half" idx="2"/>
          </p:nvPr>
        </p:nvSpPr>
        <p:spPr>
          <a:xfrm>
            <a:off x="1050879" y="2357567"/>
            <a:ext cx="5216426" cy="3896810"/>
          </a:xfrm>
        </p:spPr>
        <p:txBody>
          <a:bodyPr vert="horz" lIns="91440" tIns="45720" rIns="91440" bIns="45720" rtlCol="0">
            <a:normAutofit/>
          </a:bodyPr>
          <a:lstStyle/>
          <a:p>
            <a:r>
              <a:rPr lang="en-IN" dirty="0"/>
              <a:t>This page has the information regarding the process in which users get the solutions for their issues.</a:t>
            </a:r>
          </a:p>
          <a:p>
            <a:endParaRPr lang="en-US" dirty="0"/>
          </a:p>
        </p:txBody>
      </p:sp>
      <p:pic>
        <p:nvPicPr>
          <p:cNvPr id="7" name="Picture Placeholder 6">
            <a:extLst>
              <a:ext uri="{FF2B5EF4-FFF2-40B4-BE49-F238E27FC236}">
                <a16:creationId xmlns:a16="http://schemas.microsoft.com/office/drawing/2014/main" id="{5F6910B5-96EA-E7A0-1970-4288F25C30A0}"/>
              </a:ext>
            </a:extLst>
          </p:cNvPr>
          <p:cNvPicPr>
            <a:picLocks noGrp="1" noChangeAspect="1"/>
          </p:cNvPicPr>
          <p:nvPr>
            <p:ph type="pic" idx="1"/>
          </p:nvPr>
        </p:nvPicPr>
        <p:blipFill>
          <a:blip r:embed="rId5"/>
          <a:stretch>
            <a:fillRect/>
          </a:stretch>
        </p:blipFill>
        <p:spPr>
          <a:xfrm>
            <a:off x="7973961" y="699346"/>
            <a:ext cx="3167159" cy="5619154"/>
          </a:xfrm>
          <a:prstGeom prst="rect">
            <a:avLst/>
          </a:prstGeom>
        </p:spPr>
      </p:pic>
    </p:spTree>
    <p:extLst>
      <p:ext uri="{BB962C8B-B14F-4D97-AF65-F5344CB8AC3E}">
        <p14:creationId xmlns:p14="http://schemas.microsoft.com/office/powerpoint/2010/main" val="2808429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1EE964-A212-2510-711C-B0DF28CD2255}"/>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3219F61-F9A0-DC0C-F64C-DEF9998E8E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3FEB0EA2-B479-9233-540E-318E66A0CA51}"/>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3FEB0EA2-B479-9233-540E-318E66A0CA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B5C65C5A-A1E7-8594-6114-3182D9E45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655CE52-0DB7-D441-DD4C-C34BD924C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B2DA27-D9FD-EBB9-913B-DE4B0F22D238}"/>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Our Company </a:t>
            </a:r>
            <a:br>
              <a:rPr lang="en-US" sz="2800" dirty="0"/>
            </a:br>
            <a:r>
              <a:rPr lang="en-US" sz="2800" dirty="0"/>
              <a:t>Screen</a:t>
            </a:r>
          </a:p>
        </p:txBody>
      </p:sp>
      <p:sp>
        <p:nvSpPr>
          <p:cNvPr id="4" name="Text Placeholder 3">
            <a:extLst>
              <a:ext uri="{FF2B5EF4-FFF2-40B4-BE49-F238E27FC236}">
                <a16:creationId xmlns:a16="http://schemas.microsoft.com/office/drawing/2014/main" id="{78A5D314-F861-3C66-B429-F22E8D0622BD}"/>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pPr algn="just"/>
            <a:r>
              <a:rPr lang="en-US" dirty="0"/>
              <a:t>This screen was also having a static button in the center of the screen which is now functioning to the “Meet Our Team” page. However, the functioning of the contact us button at the bottom of the screen remains same with a new design.</a:t>
            </a:r>
            <a:endParaRPr lang="en-IN" dirty="0"/>
          </a:p>
          <a:p>
            <a:pPr algn="just"/>
            <a:endParaRPr lang="en-US" dirty="0"/>
          </a:p>
        </p:txBody>
      </p:sp>
      <p:pic>
        <p:nvPicPr>
          <p:cNvPr id="5" name="Picture 4">
            <a:extLst>
              <a:ext uri="{FF2B5EF4-FFF2-40B4-BE49-F238E27FC236}">
                <a16:creationId xmlns:a16="http://schemas.microsoft.com/office/drawing/2014/main" id="{EEDD47D1-AC84-9310-A6B7-055F5BDEF4EA}"/>
              </a:ext>
            </a:extLst>
          </p:cNvPr>
          <p:cNvPicPr>
            <a:picLocks noChangeAspect="1"/>
          </p:cNvPicPr>
          <p:nvPr/>
        </p:nvPicPr>
        <p:blipFill>
          <a:blip r:embed="rId5"/>
          <a:stretch>
            <a:fillRect/>
          </a:stretch>
        </p:blipFill>
        <p:spPr>
          <a:xfrm>
            <a:off x="6170029" y="1100126"/>
            <a:ext cx="2670279" cy="4663844"/>
          </a:xfrm>
          <a:prstGeom prst="rect">
            <a:avLst/>
          </a:prstGeom>
        </p:spPr>
      </p:pic>
      <p:pic>
        <p:nvPicPr>
          <p:cNvPr id="9" name="Picture Placeholder 8">
            <a:extLst>
              <a:ext uri="{FF2B5EF4-FFF2-40B4-BE49-F238E27FC236}">
                <a16:creationId xmlns:a16="http://schemas.microsoft.com/office/drawing/2014/main" id="{5B5E4A6F-91BE-E40E-06B6-F24C13D91B3F}"/>
              </a:ext>
            </a:extLst>
          </p:cNvPr>
          <p:cNvPicPr>
            <a:picLocks noGrp="1" noChangeAspect="1"/>
          </p:cNvPicPr>
          <p:nvPr>
            <p:ph type="pic" idx="1"/>
          </p:nvPr>
        </p:nvPicPr>
        <p:blipFill>
          <a:blip r:embed="rId6"/>
          <a:stretch>
            <a:fillRect/>
          </a:stretch>
        </p:blipFill>
        <p:spPr>
          <a:xfrm>
            <a:off x="9121244" y="1094030"/>
            <a:ext cx="2743438" cy="4694327"/>
          </a:xfrm>
          <a:prstGeom prst="rect">
            <a:avLst/>
          </a:prstGeom>
        </p:spPr>
      </p:pic>
    </p:spTree>
    <p:extLst>
      <p:ext uri="{BB962C8B-B14F-4D97-AF65-F5344CB8AC3E}">
        <p14:creationId xmlns:p14="http://schemas.microsoft.com/office/powerpoint/2010/main" val="3006326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C36590-C44B-A036-271C-6BA36E4FEE3C}"/>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6E9F86C8-86B7-312D-6D6F-B7525A17AE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46626C2D-1BD0-C8E0-A9B6-C6167E76D70F}"/>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46626C2D-1BD0-C8E0-A9B6-C6167E76D7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B202ACEA-8EF4-89E0-9AAD-A120D3D58E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C265DD9-D7D0-A4F9-1299-36B0DF1D4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484A15-4BF1-A5EA-06EC-90A97BC4E48A}"/>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Meet the Team</a:t>
            </a:r>
          </a:p>
        </p:txBody>
      </p:sp>
      <p:sp>
        <p:nvSpPr>
          <p:cNvPr id="4" name="Text Placeholder 3">
            <a:extLst>
              <a:ext uri="{FF2B5EF4-FFF2-40B4-BE49-F238E27FC236}">
                <a16:creationId xmlns:a16="http://schemas.microsoft.com/office/drawing/2014/main" id="{D5F3E9F1-420A-67AF-6EEA-2A4A6217DEE7}"/>
              </a:ext>
            </a:extLst>
          </p:cNvPr>
          <p:cNvSpPr>
            <a:spLocks noGrp="1"/>
          </p:cNvSpPr>
          <p:nvPr>
            <p:ph type="body" sz="half" idx="2"/>
          </p:nvPr>
        </p:nvSpPr>
        <p:spPr>
          <a:xfrm>
            <a:off x="1050879" y="2357567"/>
            <a:ext cx="5216426" cy="3896810"/>
          </a:xfrm>
        </p:spPr>
        <p:txBody>
          <a:bodyPr vert="horz" lIns="91440" tIns="45720" rIns="91440" bIns="45720" rtlCol="0">
            <a:normAutofit/>
          </a:bodyPr>
          <a:lstStyle/>
          <a:p>
            <a:r>
              <a:rPr lang="en-US" dirty="0"/>
              <a:t>It has a heading for the “Executive Team” along with some information about the same, the screen ends up with the four functionable buttons navigating to the “Management Team”, “Operations Team”, “Cyber Security Team” and the “Contact Us” Page.</a:t>
            </a:r>
            <a:r>
              <a:rPr lang="en-IN" dirty="0"/>
              <a:t> </a:t>
            </a:r>
          </a:p>
        </p:txBody>
      </p:sp>
      <p:pic>
        <p:nvPicPr>
          <p:cNvPr id="6" name="Picture Placeholder 5">
            <a:extLst>
              <a:ext uri="{FF2B5EF4-FFF2-40B4-BE49-F238E27FC236}">
                <a16:creationId xmlns:a16="http://schemas.microsoft.com/office/drawing/2014/main" id="{8D5206C8-7507-5EF6-A1BE-F46BF0CA6B36}"/>
              </a:ext>
            </a:extLst>
          </p:cNvPr>
          <p:cNvPicPr>
            <a:picLocks noGrp="1" noChangeAspect="1"/>
          </p:cNvPicPr>
          <p:nvPr>
            <p:ph type="pic" idx="1"/>
          </p:nvPr>
        </p:nvPicPr>
        <p:blipFill>
          <a:blip r:embed="rId5"/>
          <a:stretch>
            <a:fillRect/>
          </a:stretch>
        </p:blipFill>
        <p:spPr>
          <a:xfrm>
            <a:off x="8000618" y="534376"/>
            <a:ext cx="3227821" cy="5720001"/>
          </a:xfrm>
          <a:prstGeom prst="rect">
            <a:avLst/>
          </a:prstGeom>
        </p:spPr>
      </p:pic>
    </p:spTree>
    <p:extLst>
      <p:ext uri="{BB962C8B-B14F-4D97-AF65-F5344CB8AC3E}">
        <p14:creationId xmlns:p14="http://schemas.microsoft.com/office/powerpoint/2010/main" val="21713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53B212-F2A0-BD9A-D1F6-7A5E1C0E2683}"/>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7DA0B6B6-9B43-FCBF-2A55-0C7FCDEE37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4707960F-D878-73B3-BF09-90B329691F02}"/>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4707960F-D878-73B3-BF09-90B329691F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4696F660-79F7-5F6D-77A1-CC54FA12D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43B45FC-C4B6-630B-6885-830E34ED1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B609874-5339-40C0-6AED-AA4EBF119CD9}"/>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Team Members</a:t>
            </a:r>
            <a:br>
              <a:rPr lang="en-US" sz="2800" dirty="0"/>
            </a:br>
            <a:r>
              <a:rPr lang="en-US" sz="2800" dirty="0"/>
              <a:t>Screen</a:t>
            </a:r>
          </a:p>
        </p:txBody>
      </p:sp>
      <p:sp>
        <p:nvSpPr>
          <p:cNvPr id="4" name="Text Placeholder 3">
            <a:extLst>
              <a:ext uri="{FF2B5EF4-FFF2-40B4-BE49-F238E27FC236}">
                <a16:creationId xmlns:a16="http://schemas.microsoft.com/office/drawing/2014/main" id="{238BCB84-3522-9D81-F00A-0458A3254EF3}"/>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r>
              <a:rPr lang="en-US" dirty="0"/>
              <a:t>These page view users to see the team members of different departments like management, cyber security and operations that would be helping them.</a:t>
            </a:r>
            <a:endParaRPr lang="en-IN" dirty="0"/>
          </a:p>
        </p:txBody>
      </p:sp>
      <p:pic>
        <p:nvPicPr>
          <p:cNvPr id="3" name="Picture 2">
            <a:extLst>
              <a:ext uri="{FF2B5EF4-FFF2-40B4-BE49-F238E27FC236}">
                <a16:creationId xmlns:a16="http://schemas.microsoft.com/office/drawing/2014/main" id="{B3A9B706-703D-6B01-E8CD-76E9AABD159C}"/>
              </a:ext>
            </a:extLst>
          </p:cNvPr>
          <p:cNvPicPr>
            <a:picLocks noChangeAspect="1"/>
          </p:cNvPicPr>
          <p:nvPr/>
        </p:nvPicPr>
        <p:blipFill>
          <a:blip r:embed="rId5"/>
          <a:stretch>
            <a:fillRect/>
          </a:stretch>
        </p:blipFill>
        <p:spPr>
          <a:xfrm>
            <a:off x="5983321" y="1094030"/>
            <a:ext cx="2775176" cy="4694327"/>
          </a:xfrm>
          <a:prstGeom prst="rect">
            <a:avLst/>
          </a:prstGeom>
        </p:spPr>
      </p:pic>
      <p:pic>
        <p:nvPicPr>
          <p:cNvPr id="8" name="Picture Placeholder 7">
            <a:extLst>
              <a:ext uri="{FF2B5EF4-FFF2-40B4-BE49-F238E27FC236}">
                <a16:creationId xmlns:a16="http://schemas.microsoft.com/office/drawing/2014/main" id="{80445288-C595-91E2-1DD7-0A0371BE241B}"/>
              </a:ext>
            </a:extLst>
          </p:cNvPr>
          <p:cNvPicPr>
            <a:picLocks noGrp="1" noChangeAspect="1"/>
          </p:cNvPicPr>
          <p:nvPr>
            <p:ph type="pic" idx="1"/>
          </p:nvPr>
        </p:nvPicPr>
        <p:blipFill>
          <a:blip r:embed="rId6"/>
          <a:stretch>
            <a:fillRect/>
          </a:stretch>
        </p:blipFill>
        <p:spPr>
          <a:xfrm>
            <a:off x="9095646" y="1094030"/>
            <a:ext cx="2775176" cy="4694328"/>
          </a:xfrm>
          <a:prstGeom prst="rect">
            <a:avLst/>
          </a:prstGeom>
        </p:spPr>
      </p:pic>
    </p:spTree>
    <p:extLst>
      <p:ext uri="{BB962C8B-B14F-4D97-AF65-F5344CB8AC3E}">
        <p14:creationId xmlns:p14="http://schemas.microsoft.com/office/powerpoint/2010/main" val="633087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3BA75B-1672-F3B5-A835-4848807B9A3C}"/>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21AA7E67-6EB6-1D67-C815-5598E87808F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EF3F747E-6F5C-FA6C-2BD2-5CC380FE5364}"/>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EF3F747E-6F5C-FA6C-2BD2-5CC380FE53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EEAB57B8-17F3-EDB1-B425-D7990F52C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9D05895-136F-5092-78AD-1E934ED12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4D2F10-23BC-7C2F-E8BD-BAF562B13A72}"/>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Contact Us</a:t>
            </a:r>
            <a:br>
              <a:rPr lang="en-US" sz="2800" dirty="0"/>
            </a:br>
            <a:r>
              <a:rPr lang="en-US" sz="2800" dirty="0"/>
              <a:t>Screen</a:t>
            </a:r>
          </a:p>
        </p:txBody>
      </p:sp>
      <p:sp>
        <p:nvSpPr>
          <p:cNvPr id="4" name="Text Placeholder 3">
            <a:extLst>
              <a:ext uri="{FF2B5EF4-FFF2-40B4-BE49-F238E27FC236}">
                <a16:creationId xmlns:a16="http://schemas.microsoft.com/office/drawing/2014/main" id="{D87FF800-433D-6234-641F-3AB2E464F58B}"/>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r>
              <a:rPr lang="en-US" dirty="0"/>
              <a:t>This screen was developed having two static buttons view services and submit these are now functioned to navigating to the “IT Solutions” Page and storing data in the database on clicked respectively.</a:t>
            </a:r>
            <a:endParaRPr lang="en-IN" dirty="0"/>
          </a:p>
        </p:txBody>
      </p:sp>
      <p:pic>
        <p:nvPicPr>
          <p:cNvPr id="5" name="Picture 4">
            <a:extLst>
              <a:ext uri="{FF2B5EF4-FFF2-40B4-BE49-F238E27FC236}">
                <a16:creationId xmlns:a16="http://schemas.microsoft.com/office/drawing/2014/main" id="{6346DC83-4A79-CA5E-4518-031ECEE2222E}"/>
              </a:ext>
            </a:extLst>
          </p:cNvPr>
          <p:cNvPicPr>
            <a:picLocks noChangeAspect="1"/>
          </p:cNvPicPr>
          <p:nvPr/>
        </p:nvPicPr>
        <p:blipFill>
          <a:blip r:embed="rId5"/>
          <a:stretch>
            <a:fillRect/>
          </a:stretch>
        </p:blipFill>
        <p:spPr>
          <a:xfrm>
            <a:off x="6214751" y="1094030"/>
            <a:ext cx="2775176" cy="4694328"/>
          </a:xfrm>
          <a:prstGeom prst="rect">
            <a:avLst/>
          </a:prstGeom>
        </p:spPr>
      </p:pic>
      <p:pic>
        <p:nvPicPr>
          <p:cNvPr id="9" name="Picture Placeholder 8">
            <a:extLst>
              <a:ext uri="{FF2B5EF4-FFF2-40B4-BE49-F238E27FC236}">
                <a16:creationId xmlns:a16="http://schemas.microsoft.com/office/drawing/2014/main" id="{6DBB44AD-E0D6-EE5E-4ED3-DEAFAD833533}"/>
              </a:ext>
            </a:extLst>
          </p:cNvPr>
          <p:cNvPicPr>
            <a:picLocks noGrp="1" noChangeAspect="1"/>
          </p:cNvPicPr>
          <p:nvPr>
            <p:ph type="pic" idx="1"/>
          </p:nvPr>
        </p:nvPicPr>
        <p:blipFill>
          <a:blip r:embed="rId6"/>
          <a:stretch>
            <a:fillRect/>
          </a:stretch>
        </p:blipFill>
        <p:spPr>
          <a:xfrm>
            <a:off x="9214779" y="1094030"/>
            <a:ext cx="2591025" cy="4694328"/>
          </a:xfrm>
          <a:prstGeom prst="rect">
            <a:avLst/>
          </a:prstGeom>
        </p:spPr>
      </p:pic>
    </p:spTree>
    <p:extLst>
      <p:ext uri="{BB962C8B-B14F-4D97-AF65-F5344CB8AC3E}">
        <p14:creationId xmlns:p14="http://schemas.microsoft.com/office/powerpoint/2010/main" val="1979766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AFA70-AB9B-A00A-C92C-0B35F20A315D}"/>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396020D7-7C6F-CEA3-2872-1A0F8F489D3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6A9506F8-2EAF-753A-025C-930AFF358C2D}"/>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12490710" y="6342652"/>
              <a:ext cx="360" cy="360"/>
            </p14:xfrm>
          </p:contentPart>
        </mc:Choice>
        <mc:Fallback>
          <p:pic>
            <p:nvPicPr>
              <p:cNvPr id="23" name="Ink 22">
                <a:extLst>
                  <a:ext uri="{FF2B5EF4-FFF2-40B4-BE49-F238E27FC236}">
                    <a16:creationId xmlns:a16="http://schemas.microsoft.com/office/drawing/2014/main" id="{6A9506F8-2EAF-753A-025C-930AFF358C2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12481710" y="6333652"/>
                <a:ext cx="18000" cy="18000"/>
              </a:xfrm>
              <a:prstGeom prst="rect">
                <a:avLst/>
              </a:prstGeom>
            </p:spPr>
          </p:pic>
        </mc:Fallback>
      </mc:AlternateContent>
      <p:sp useBgFill="1">
        <p:nvSpPr>
          <p:cNvPr id="24" name="Rectangle 23">
            <a:extLst>
              <a:ext uri="{FF2B5EF4-FFF2-40B4-BE49-F238E27FC236}">
                <a16:creationId xmlns:a16="http://schemas.microsoft.com/office/drawing/2014/main" id="{6967AB47-4B02-5FC9-0973-DB45EDAE1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EFE3809-4CFA-B6A7-5B12-641FC7121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28763" cy="6858000"/>
          </a:xfrm>
          <a:custGeom>
            <a:avLst/>
            <a:gdLst>
              <a:gd name="connsiteX0" fmla="*/ 0 w 7228763"/>
              <a:gd name="connsiteY0" fmla="*/ 0 h 6858000"/>
              <a:gd name="connsiteX1" fmla="*/ 501961 w 7228763"/>
              <a:gd name="connsiteY1" fmla="*/ 0 h 6858000"/>
              <a:gd name="connsiteX2" fmla="*/ 723901 w 7228763"/>
              <a:gd name="connsiteY2" fmla="*/ 0 h 6858000"/>
              <a:gd name="connsiteX3" fmla="*/ 7228583 w 7228763"/>
              <a:gd name="connsiteY3" fmla="*/ 0 h 6858000"/>
              <a:gd name="connsiteX4" fmla="*/ 7228763 w 7228763"/>
              <a:gd name="connsiteY4" fmla="*/ 1 h 6858000"/>
              <a:gd name="connsiteX5" fmla="*/ 7221350 w 7228763"/>
              <a:gd name="connsiteY5" fmla="*/ 30700 h 6858000"/>
              <a:gd name="connsiteX6" fmla="*/ 7199900 w 7228763"/>
              <a:gd name="connsiteY6" fmla="*/ 310025 h 6858000"/>
              <a:gd name="connsiteX7" fmla="*/ 7214938 w 7228763"/>
              <a:gd name="connsiteY7" fmla="*/ 443960 h 6858000"/>
              <a:gd name="connsiteX8" fmla="*/ 7174238 w 7228763"/>
              <a:gd name="connsiteY8" fmla="*/ 642659 h 6858000"/>
              <a:gd name="connsiteX9" fmla="*/ 7166213 w 7228763"/>
              <a:gd name="connsiteY9" fmla="*/ 673307 h 6858000"/>
              <a:gd name="connsiteX10" fmla="*/ 7128963 w 7228763"/>
              <a:gd name="connsiteY10" fmla="*/ 839641 h 6858000"/>
              <a:gd name="connsiteX11" fmla="*/ 7066183 w 7228763"/>
              <a:gd name="connsiteY11" fmla="*/ 958357 h 6858000"/>
              <a:gd name="connsiteX12" fmla="*/ 7070620 w 7228763"/>
              <a:gd name="connsiteY12" fmla="*/ 963398 h 6858000"/>
              <a:gd name="connsiteX13" fmla="*/ 7022851 w 7228763"/>
              <a:gd name="connsiteY13" fmla="*/ 1117169 h 6858000"/>
              <a:gd name="connsiteX14" fmla="*/ 7019920 w 7228763"/>
              <a:gd name="connsiteY14" fmla="*/ 1144352 h 6858000"/>
              <a:gd name="connsiteX15" fmla="*/ 7021476 w 7228763"/>
              <a:gd name="connsiteY15" fmla="*/ 1164484 h 6858000"/>
              <a:gd name="connsiteX16" fmla="*/ 7005576 w 7228763"/>
              <a:gd name="connsiteY16" fmla="*/ 1213829 h 6858000"/>
              <a:gd name="connsiteX17" fmla="*/ 6970919 w 7228763"/>
              <a:gd name="connsiteY17" fmla="*/ 1294823 h 6858000"/>
              <a:gd name="connsiteX18" fmla="*/ 6965413 w 7228763"/>
              <a:gd name="connsiteY18" fmla="*/ 1312193 h 6858000"/>
              <a:gd name="connsiteX19" fmla="*/ 6968106 w 7228763"/>
              <a:gd name="connsiteY19" fmla="*/ 1327626 h 6858000"/>
              <a:gd name="connsiteX20" fmla="*/ 6975202 w 7228763"/>
              <a:gd name="connsiteY20" fmla="*/ 1331644 h 6858000"/>
              <a:gd name="connsiteX21" fmla="*/ 6973366 w 7228763"/>
              <a:gd name="connsiteY21" fmla="*/ 1341276 h 6858000"/>
              <a:gd name="connsiteX22" fmla="*/ 6974428 w 7228763"/>
              <a:gd name="connsiteY22" fmla="*/ 1343945 h 6858000"/>
              <a:gd name="connsiteX23" fmla="*/ 6978971 w 7228763"/>
              <a:gd name="connsiteY23" fmla="*/ 1359134 h 6858000"/>
              <a:gd name="connsiteX24" fmla="*/ 6946335 w 7228763"/>
              <a:gd name="connsiteY24" fmla="*/ 1427803 h 6858000"/>
              <a:gd name="connsiteX25" fmla="*/ 6907208 w 7228763"/>
              <a:gd name="connsiteY25" fmla="*/ 1540278 h 6858000"/>
              <a:gd name="connsiteX26" fmla="*/ 6901698 w 7228763"/>
              <a:gd name="connsiteY26" fmla="*/ 1547262 h 6858000"/>
              <a:gd name="connsiteX27" fmla="*/ 6902877 w 7228763"/>
              <a:gd name="connsiteY27" fmla="*/ 1577056 h 6858000"/>
              <a:gd name="connsiteX28" fmla="*/ 6904067 w 7228763"/>
              <a:gd name="connsiteY28" fmla="*/ 1595898 h 6858000"/>
              <a:gd name="connsiteX29" fmla="*/ 6891817 w 7228763"/>
              <a:gd name="connsiteY29" fmla="*/ 1703726 h 6858000"/>
              <a:gd name="connsiteX30" fmla="*/ 6898520 w 7228763"/>
              <a:gd name="connsiteY30" fmla="*/ 1809535 h 6858000"/>
              <a:gd name="connsiteX31" fmla="*/ 6897783 w 7228763"/>
              <a:gd name="connsiteY31" fmla="*/ 2018310 h 6858000"/>
              <a:gd name="connsiteX32" fmla="*/ 6887647 w 7228763"/>
              <a:gd name="connsiteY32" fmla="*/ 2071355 h 6858000"/>
              <a:gd name="connsiteX33" fmla="*/ 6888952 w 7228763"/>
              <a:gd name="connsiteY33" fmla="*/ 2141166 h 6858000"/>
              <a:gd name="connsiteX34" fmla="*/ 6887101 w 7228763"/>
              <a:gd name="connsiteY34" fmla="*/ 2154548 h 6858000"/>
              <a:gd name="connsiteX35" fmla="*/ 6880519 w 7228763"/>
              <a:gd name="connsiteY35" fmla="*/ 2158153 h 6858000"/>
              <a:gd name="connsiteX36" fmla="*/ 6873389 w 7228763"/>
              <a:gd name="connsiteY36" fmla="*/ 2178174 h 6858000"/>
              <a:gd name="connsiteX37" fmla="*/ 6871679 w 7228763"/>
              <a:gd name="connsiteY37" fmla="*/ 2202858 h 6858000"/>
              <a:gd name="connsiteX38" fmla="*/ 6870321 w 7228763"/>
              <a:gd name="connsiteY38" fmla="*/ 2320214 h 6858000"/>
              <a:gd name="connsiteX39" fmla="*/ 6857787 w 7228763"/>
              <a:gd name="connsiteY39" fmla="*/ 2417011 h 6858000"/>
              <a:gd name="connsiteX40" fmla="*/ 6850905 w 7228763"/>
              <a:gd name="connsiteY40" fmla="*/ 2454207 h 6858000"/>
              <a:gd name="connsiteX41" fmla="*/ 6848900 w 7228763"/>
              <a:gd name="connsiteY41" fmla="*/ 2487203 h 6858000"/>
              <a:gd name="connsiteX42" fmla="*/ 6837487 w 7228763"/>
              <a:gd name="connsiteY42" fmla="*/ 2512282 h 6858000"/>
              <a:gd name="connsiteX43" fmla="*/ 6838494 w 7228763"/>
              <a:gd name="connsiteY43" fmla="*/ 2514318 h 6858000"/>
              <a:gd name="connsiteX44" fmla="*/ 6863982 w 7228763"/>
              <a:gd name="connsiteY44" fmla="*/ 2574334 h 6858000"/>
              <a:gd name="connsiteX45" fmla="*/ 6862893 w 7228763"/>
              <a:gd name="connsiteY45" fmla="*/ 2579877 h 6858000"/>
              <a:gd name="connsiteX46" fmla="*/ 6863047 w 7228763"/>
              <a:gd name="connsiteY46" fmla="*/ 2608928 h 6858000"/>
              <a:gd name="connsiteX47" fmla="*/ 6862462 w 7228763"/>
              <a:gd name="connsiteY47" fmla="*/ 2613111 h 6858000"/>
              <a:gd name="connsiteX48" fmla="*/ 6854084 w 7228763"/>
              <a:gd name="connsiteY48" fmla="*/ 2621996 h 6858000"/>
              <a:gd name="connsiteX49" fmla="*/ 6856559 w 7228763"/>
              <a:gd name="connsiteY49" fmla="*/ 2634265 h 6858000"/>
              <a:gd name="connsiteX50" fmla="*/ 6847985 w 7228763"/>
              <a:gd name="connsiteY50" fmla="*/ 2647237 h 6858000"/>
              <a:gd name="connsiteX51" fmla="*/ 6854115 w 7228763"/>
              <a:gd name="connsiteY51" fmla="*/ 2650786 h 6858000"/>
              <a:gd name="connsiteX52" fmla="*/ 6859942 w 7228763"/>
              <a:gd name="connsiteY52" fmla="*/ 2661993 h 6858000"/>
              <a:gd name="connsiteX53" fmla="*/ 6851884 w 7228763"/>
              <a:gd name="connsiteY53" fmla="*/ 2670949 h 6858000"/>
              <a:gd name="connsiteX54" fmla="*/ 6846115 w 7228763"/>
              <a:gd name="connsiteY54" fmla="*/ 2690255 h 6858000"/>
              <a:gd name="connsiteX55" fmla="*/ 6846964 w 7228763"/>
              <a:gd name="connsiteY55" fmla="*/ 2695683 h 6858000"/>
              <a:gd name="connsiteX56" fmla="*/ 6836011 w 7228763"/>
              <a:gd name="connsiteY56" fmla="*/ 2713964 h 6858000"/>
              <a:gd name="connsiteX57" fmla="*/ 6830478 w 7228763"/>
              <a:gd name="connsiteY57" fmla="*/ 2730175 h 6858000"/>
              <a:gd name="connsiteX58" fmla="*/ 6841091 w 7228763"/>
              <a:gd name="connsiteY58" fmla="*/ 2763497 h 6858000"/>
              <a:gd name="connsiteX59" fmla="*/ 6803520 w 7228763"/>
              <a:gd name="connsiteY59" fmla="*/ 3051539 h 6858000"/>
              <a:gd name="connsiteX60" fmla="*/ 6733280 w 7228763"/>
              <a:gd name="connsiteY60" fmla="*/ 3335396 h 6858000"/>
              <a:gd name="connsiteX61" fmla="*/ 6735884 w 7228763"/>
              <a:gd name="connsiteY61" fmla="*/ 3456509 h 6858000"/>
              <a:gd name="connsiteX62" fmla="*/ 6715764 w 7228763"/>
              <a:gd name="connsiteY62" fmla="*/ 3531827 h 6858000"/>
              <a:gd name="connsiteX63" fmla="*/ 6730329 w 7228763"/>
              <a:gd name="connsiteY63" fmla="*/ 3570877 h 6858000"/>
              <a:gd name="connsiteX64" fmla="*/ 6727426 w 7228763"/>
              <a:gd name="connsiteY64" fmla="*/ 3583849 h 6858000"/>
              <a:gd name="connsiteX65" fmla="*/ 6718706 w 7228763"/>
              <a:gd name="connsiteY65" fmla="*/ 3592763 h 6858000"/>
              <a:gd name="connsiteX66" fmla="*/ 6693350 w 7228763"/>
              <a:gd name="connsiteY66" fmla="*/ 3653485 h 6858000"/>
              <a:gd name="connsiteX67" fmla="*/ 6685983 w 7228763"/>
              <a:gd name="connsiteY67" fmla="*/ 3670528 h 6858000"/>
              <a:gd name="connsiteX68" fmla="*/ 6687033 w 7228763"/>
              <a:gd name="connsiteY68" fmla="*/ 3685990 h 6858000"/>
              <a:gd name="connsiteX69" fmla="*/ 6693711 w 7228763"/>
              <a:gd name="connsiteY69" fmla="*/ 3690283 h 6858000"/>
              <a:gd name="connsiteX70" fmla="*/ 6690843 w 7228763"/>
              <a:gd name="connsiteY70" fmla="*/ 3699787 h 6858000"/>
              <a:gd name="connsiteX71" fmla="*/ 6691624 w 7228763"/>
              <a:gd name="connsiteY71" fmla="*/ 3702486 h 6858000"/>
              <a:gd name="connsiteX72" fmla="*/ 6694549 w 7228763"/>
              <a:gd name="connsiteY72" fmla="*/ 3717784 h 6858000"/>
              <a:gd name="connsiteX73" fmla="*/ 6662489 w 7228763"/>
              <a:gd name="connsiteY73" fmla="*/ 3746229 h 6858000"/>
              <a:gd name="connsiteX74" fmla="*/ 6575429 w 7228763"/>
              <a:gd name="connsiteY74" fmla="*/ 3924910 h 6858000"/>
              <a:gd name="connsiteX75" fmla="*/ 6538994 w 7228763"/>
              <a:gd name="connsiteY75" fmla="*/ 3989353 h 6858000"/>
              <a:gd name="connsiteX76" fmla="*/ 6535698 w 7228763"/>
              <a:gd name="connsiteY76" fmla="*/ 4033899 h 6858000"/>
              <a:gd name="connsiteX77" fmla="*/ 6527053 w 7228763"/>
              <a:gd name="connsiteY77" fmla="*/ 4142250 h 6858000"/>
              <a:gd name="connsiteX78" fmla="*/ 6501843 w 7228763"/>
              <a:gd name="connsiteY78" fmla="*/ 4329442 h 6858000"/>
              <a:gd name="connsiteX79" fmla="*/ 6489841 w 7228763"/>
              <a:gd name="connsiteY79" fmla="*/ 4456184 h 6858000"/>
              <a:gd name="connsiteX80" fmla="*/ 6482918 w 7228763"/>
              <a:gd name="connsiteY80" fmla="*/ 4468478 h 6858000"/>
              <a:gd name="connsiteX81" fmla="*/ 6484019 w 7228763"/>
              <a:gd name="connsiteY81" fmla="*/ 4469862 h 6858000"/>
              <a:gd name="connsiteX82" fmla="*/ 6481759 w 7228763"/>
              <a:gd name="connsiteY82" fmla="*/ 4483797 h 6858000"/>
              <a:gd name="connsiteX83" fmla="*/ 6477370 w 7228763"/>
              <a:gd name="connsiteY83" fmla="*/ 4487091 h 6858000"/>
              <a:gd name="connsiteX84" fmla="*/ 6474598 w 7228763"/>
              <a:gd name="connsiteY84" fmla="*/ 4496728 h 6858000"/>
              <a:gd name="connsiteX85" fmla="*/ 6465848 w 7228763"/>
              <a:gd name="connsiteY85" fmla="*/ 4515918 h 6858000"/>
              <a:gd name="connsiteX86" fmla="*/ 6467296 w 7228763"/>
              <a:gd name="connsiteY86" fmla="*/ 4519316 h 6858000"/>
              <a:gd name="connsiteX87" fmla="*/ 6458903 w 7228763"/>
              <a:gd name="connsiteY87" fmla="*/ 4547957 h 6858000"/>
              <a:gd name="connsiteX88" fmla="*/ 6460248 w 7228763"/>
              <a:gd name="connsiteY88" fmla="*/ 4548262 h 6858000"/>
              <a:gd name="connsiteX89" fmla="*/ 6464276 w 7228763"/>
              <a:gd name="connsiteY89" fmla="*/ 4555939 h 6858000"/>
              <a:gd name="connsiteX90" fmla="*/ 6468635 w 7228763"/>
              <a:gd name="connsiteY90" fmla="*/ 4570815 h 6858000"/>
              <a:gd name="connsiteX91" fmla="*/ 6488206 w 7228763"/>
              <a:gd name="connsiteY91" fmla="*/ 4633846 h 6858000"/>
              <a:gd name="connsiteX92" fmla="*/ 6487272 w 7228763"/>
              <a:gd name="connsiteY92" fmla="*/ 4639816 h 6858000"/>
              <a:gd name="connsiteX93" fmla="*/ 6487581 w 7228763"/>
              <a:gd name="connsiteY93" fmla="*/ 4639923 h 6858000"/>
              <a:gd name="connsiteX94" fmla="*/ 6487249 w 7228763"/>
              <a:gd name="connsiteY94" fmla="*/ 4646192 h 6858000"/>
              <a:gd name="connsiteX95" fmla="*/ 6485570 w 7228763"/>
              <a:gd name="connsiteY95" fmla="*/ 4650706 h 6858000"/>
              <a:gd name="connsiteX96" fmla="*/ 6483759 w 7228763"/>
              <a:gd name="connsiteY96" fmla="*/ 4662290 h 6858000"/>
              <a:gd name="connsiteX97" fmla="*/ 6485315 w 7228763"/>
              <a:gd name="connsiteY97" fmla="*/ 4666180 h 6858000"/>
              <a:gd name="connsiteX98" fmla="*/ 6489077 w 7228763"/>
              <a:gd name="connsiteY98" fmla="*/ 4667585 h 6858000"/>
              <a:gd name="connsiteX99" fmla="*/ 6488467 w 7228763"/>
              <a:gd name="connsiteY99" fmla="*/ 4668660 h 6858000"/>
              <a:gd name="connsiteX100" fmla="*/ 6496179 w 7228763"/>
              <a:gd name="connsiteY100" fmla="*/ 4689807 h 6858000"/>
              <a:gd name="connsiteX101" fmla="*/ 6500957 w 7228763"/>
              <a:gd name="connsiteY101" fmla="*/ 4737890 h 6858000"/>
              <a:gd name="connsiteX102" fmla="*/ 6498641 w 7228763"/>
              <a:gd name="connsiteY102" fmla="*/ 4765657 h 6858000"/>
              <a:gd name="connsiteX103" fmla="*/ 6497829 w 7228763"/>
              <a:gd name="connsiteY103" fmla="*/ 4841463 h 6858000"/>
              <a:gd name="connsiteX104" fmla="*/ 6521578 w 7228763"/>
              <a:gd name="connsiteY104" fmla="*/ 4969863 h 6858000"/>
              <a:gd name="connsiteX105" fmla="*/ 6518695 w 7228763"/>
              <a:gd name="connsiteY105" fmla="*/ 4974028 h 6858000"/>
              <a:gd name="connsiteX106" fmla="*/ 6516513 w 7228763"/>
              <a:gd name="connsiteY106" fmla="*/ 4980318 h 6858000"/>
              <a:gd name="connsiteX107" fmla="*/ 6516763 w 7228763"/>
              <a:gd name="connsiteY107" fmla="*/ 4980501 h 6858000"/>
              <a:gd name="connsiteX108" fmla="*/ 6514121 w 7228763"/>
              <a:gd name="connsiteY108" fmla="*/ 4986338 h 6858000"/>
              <a:gd name="connsiteX109" fmla="*/ 6511173 w 7228763"/>
              <a:gd name="connsiteY109" fmla="*/ 4991296 h 6858000"/>
              <a:gd name="connsiteX110" fmla="*/ 6546537 w 7228763"/>
              <a:gd name="connsiteY110" fmla="*/ 5076895 h 6858000"/>
              <a:gd name="connsiteX111" fmla="*/ 6544581 w 7228763"/>
              <a:gd name="connsiteY111" fmla="*/ 5081568 h 6858000"/>
              <a:gd name="connsiteX112" fmla="*/ 6543750 w 7228763"/>
              <a:gd name="connsiteY112" fmla="*/ 5088173 h 6858000"/>
              <a:gd name="connsiteX113" fmla="*/ 6544034 w 7228763"/>
              <a:gd name="connsiteY113" fmla="*/ 5088300 h 6858000"/>
              <a:gd name="connsiteX114" fmla="*/ 6542660 w 7228763"/>
              <a:gd name="connsiteY114" fmla="*/ 5094558 h 6858000"/>
              <a:gd name="connsiteX115" fmla="*/ 6532096 w 7228763"/>
              <a:gd name="connsiteY115" fmla="*/ 5125620 h 6858000"/>
              <a:gd name="connsiteX116" fmla="*/ 6533049 w 7228763"/>
              <a:gd name="connsiteY116" fmla="*/ 5268004 h 6858000"/>
              <a:gd name="connsiteX117" fmla="*/ 6533970 w 7228763"/>
              <a:gd name="connsiteY117" fmla="*/ 5269530 h 6858000"/>
              <a:gd name="connsiteX118" fmla="*/ 6502603 w 7228763"/>
              <a:gd name="connsiteY118" fmla="*/ 5390941 h 6858000"/>
              <a:gd name="connsiteX119" fmla="*/ 6477660 w 7228763"/>
              <a:gd name="connsiteY119" fmla="*/ 5539927 h 6858000"/>
              <a:gd name="connsiteX120" fmla="*/ 6456458 w 7228763"/>
              <a:gd name="connsiteY120" fmla="*/ 5791594 h 6858000"/>
              <a:gd name="connsiteX121" fmla="*/ 6434556 w 7228763"/>
              <a:gd name="connsiteY121" fmla="*/ 5855206 h 6858000"/>
              <a:gd name="connsiteX122" fmla="*/ 6418454 w 7228763"/>
              <a:gd name="connsiteY122" fmla="*/ 5873582 h 6858000"/>
              <a:gd name="connsiteX123" fmla="*/ 6419875 w 7228763"/>
              <a:gd name="connsiteY123" fmla="*/ 5876037 h 6858000"/>
              <a:gd name="connsiteX124" fmla="*/ 6419775 w 7228763"/>
              <a:gd name="connsiteY124" fmla="*/ 5886534 h 6858000"/>
              <a:gd name="connsiteX125" fmla="*/ 6426971 w 7228763"/>
              <a:gd name="connsiteY125" fmla="*/ 5888644 h 6858000"/>
              <a:gd name="connsiteX126" fmla="*/ 6431999 w 7228763"/>
              <a:gd name="connsiteY126" fmla="*/ 5903832 h 6858000"/>
              <a:gd name="connsiteX127" fmla="*/ 6429798 w 7228763"/>
              <a:gd name="connsiteY127" fmla="*/ 5923391 h 6858000"/>
              <a:gd name="connsiteX128" fmla="*/ 6434072 w 7228763"/>
              <a:gd name="connsiteY128" fmla="*/ 6013205 h 6858000"/>
              <a:gd name="connsiteX129" fmla="*/ 6439333 w 7228763"/>
              <a:gd name="connsiteY129" fmla="*/ 6074018 h 6858000"/>
              <a:gd name="connsiteX130" fmla="*/ 6463083 w 7228763"/>
              <a:gd name="connsiteY130" fmla="*/ 6130837 h 6858000"/>
              <a:gd name="connsiteX131" fmla="*/ 6457360 w 7228763"/>
              <a:gd name="connsiteY131" fmla="*/ 6152982 h 6858000"/>
              <a:gd name="connsiteX132" fmla="*/ 6495529 w 7228763"/>
              <a:gd name="connsiteY132" fmla="*/ 6221100 h 6858000"/>
              <a:gd name="connsiteX133" fmla="*/ 6514948 w 7228763"/>
              <a:gd name="connsiteY133" fmla="*/ 6287550 h 6858000"/>
              <a:gd name="connsiteX134" fmla="*/ 6545124 w 7228763"/>
              <a:gd name="connsiteY134" fmla="*/ 6401595 h 6858000"/>
              <a:gd name="connsiteX135" fmla="*/ 6525833 w 7228763"/>
              <a:gd name="connsiteY135" fmla="*/ 6487110 h 6858000"/>
              <a:gd name="connsiteX136" fmla="*/ 6554825 w 7228763"/>
              <a:gd name="connsiteY136" fmla="*/ 6588589 h 6858000"/>
              <a:gd name="connsiteX137" fmla="*/ 6601569 w 7228763"/>
              <a:gd name="connsiteY137" fmla="*/ 6769963 h 6858000"/>
              <a:gd name="connsiteX138" fmla="*/ 6620945 w 7228763"/>
              <a:gd name="connsiteY138" fmla="*/ 6835814 h 6858000"/>
              <a:gd name="connsiteX139" fmla="*/ 6625906 w 7228763"/>
              <a:gd name="connsiteY139" fmla="*/ 6858000 h 6858000"/>
              <a:gd name="connsiteX140" fmla="*/ 723901 w 7228763"/>
              <a:gd name="connsiteY140" fmla="*/ 6858000 h 6858000"/>
              <a:gd name="connsiteX141" fmla="*/ 501961 w 7228763"/>
              <a:gd name="connsiteY141" fmla="*/ 6858000 h 6858000"/>
              <a:gd name="connsiteX142" fmla="*/ 0 w 7228763"/>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7228763" h="6858000">
                <a:moveTo>
                  <a:pt x="0" y="0"/>
                </a:moveTo>
                <a:lnTo>
                  <a:pt x="501961" y="0"/>
                </a:lnTo>
                <a:lnTo>
                  <a:pt x="723901" y="0"/>
                </a:lnTo>
                <a:lnTo>
                  <a:pt x="7228583" y="0"/>
                </a:lnTo>
                <a:lnTo>
                  <a:pt x="7228763" y="1"/>
                </a:lnTo>
                <a:lnTo>
                  <a:pt x="7221350" y="30700"/>
                </a:lnTo>
                <a:cubicBezTo>
                  <a:pt x="7216059" y="84364"/>
                  <a:pt x="7200969" y="241149"/>
                  <a:pt x="7199900" y="310025"/>
                </a:cubicBezTo>
                <a:cubicBezTo>
                  <a:pt x="7203643" y="367544"/>
                  <a:pt x="7214102" y="408251"/>
                  <a:pt x="7214938" y="443960"/>
                </a:cubicBezTo>
                <a:cubicBezTo>
                  <a:pt x="7210660" y="499397"/>
                  <a:pt x="7182360" y="604434"/>
                  <a:pt x="7174238" y="642659"/>
                </a:cubicBezTo>
                <a:cubicBezTo>
                  <a:pt x="7182965" y="657287"/>
                  <a:pt x="7155519" y="658191"/>
                  <a:pt x="7166213" y="673307"/>
                </a:cubicBezTo>
                <a:cubicBezTo>
                  <a:pt x="7166618" y="693769"/>
                  <a:pt x="7143764" y="797295"/>
                  <a:pt x="7128963" y="839641"/>
                </a:cubicBezTo>
                <a:cubicBezTo>
                  <a:pt x="7112293" y="887148"/>
                  <a:pt x="7075906" y="937731"/>
                  <a:pt x="7066183" y="958357"/>
                </a:cubicBezTo>
                <a:cubicBezTo>
                  <a:pt x="7056459" y="978983"/>
                  <a:pt x="7077843" y="936930"/>
                  <a:pt x="7070620" y="963398"/>
                </a:cubicBezTo>
                <a:cubicBezTo>
                  <a:pt x="7063399" y="989867"/>
                  <a:pt x="7031301" y="1087010"/>
                  <a:pt x="7022851" y="1117169"/>
                </a:cubicBezTo>
                <a:cubicBezTo>
                  <a:pt x="7039554" y="1118586"/>
                  <a:pt x="7009272" y="1135372"/>
                  <a:pt x="7019920" y="1144352"/>
                </a:cubicBezTo>
                <a:cubicBezTo>
                  <a:pt x="7029274" y="1150681"/>
                  <a:pt x="7022270" y="1157251"/>
                  <a:pt x="7021476" y="1164484"/>
                </a:cubicBezTo>
                <a:cubicBezTo>
                  <a:pt x="7028800" y="1173524"/>
                  <a:pt x="7015215" y="1205209"/>
                  <a:pt x="7005576" y="1213829"/>
                </a:cubicBezTo>
                <a:cubicBezTo>
                  <a:pt x="6972150" y="1235037"/>
                  <a:pt x="6996546" y="1277327"/>
                  <a:pt x="6970919" y="1294823"/>
                </a:cubicBezTo>
                <a:cubicBezTo>
                  <a:pt x="6967139" y="1300845"/>
                  <a:pt x="6965581" y="1306615"/>
                  <a:pt x="6965413" y="1312193"/>
                </a:cubicBezTo>
                <a:lnTo>
                  <a:pt x="6968106" y="1327626"/>
                </a:lnTo>
                <a:lnTo>
                  <a:pt x="6975202" y="1331644"/>
                </a:lnTo>
                <a:lnTo>
                  <a:pt x="6973366" y="1341276"/>
                </a:lnTo>
                <a:cubicBezTo>
                  <a:pt x="6973720" y="1342166"/>
                  <a:pt x="6974074" y="1343055"/>
                  <a:pt x="6974428" y="1343945"/>
                </a:cubicBezTo>
                <a:cubicBezTo>
                  <a:pt x="6976493" y="1349040"/>
                  <a:pt x="6978286" y="1354080"/>
                  <a:pt x="6978971" y="1359134"/>
                </a:cubicBezTo>
                <a:cubicBezTo>
                  <a:pt x="6974288" y="1373109"/>
                  <a:pt x="6958295" y="1397612"/>
                  <a:pt x="6946335" y="1427803"/>
                </a:cubicBezTo>
                <a:cubicBezTo>
                  <a:pt x="6924178" y="1460349"/>
                  <a:pt x="6924483" y="1505076"/>
                  <a:pt x="6907208" y="1540278"/>
                </a:cubicBezTo>
                <a:lnTo>
                  <a:pt x="6901698" y="1547262"/>
                </a:lnTo>
                <a:lnTo>
                  <a:pt x="6902877" y="1577056"/>
                </a:lnTo>
                <a:cubicBezTo>
                  <a:pt x="6907187" y="1582205"/>
                  <a:pt x="6908314" y="1589568"/>
                  <a:pt x="6904067" y="1595898"/>
                </a:cubicBezTo>
                <a:lnTo>
                  <a:pt x="6891817" y="1703726"/>
                </a:lnTo>
                <a:cubicBezTo>
                  <a:pt x="6890892" y="1739332"/>
                  <a:pt x="6882506" y="1754453"/>
                  <a:pt x="6898520" y="1809535"/>
                </a:cubicBezTo>
                <a:cubicBezTo>
                  <a:pt x="6919736" y="1868036"/>
                  <a:pt x="6890400" y="1952670"/>
                  <a:pt x="6897783" y="2018310"/>
                </a:cubicBezTo>
                <a:cubicBezTo>
                  <a:pt x="6868750" y="2053162"/>
                  <a:pt x="6894827" y="2034561"/>
                  <a:pt x="6887647" y="2071355"/>
                </a:cubicBezTo>
                <a:lnTo>
                  <a:pt x="6888952" y="2141166"/>
                </a:lnTo>
                <a:lnTo>
                  <a:pt x="6887101" y="2154548"/>
                </a:lnTo>
                <a:lnTo>
                  <a:pt x="6880519" y="2158153"/>
                </a:lnTo>
                <a:lnTo>
                  <a:pt x="6873389" y="2178174"/>
                </a:lnTo>
                <a:cubicBezTo>
                  <a:pt x="6871658" y="2185696"/>
                  <a:pt x="6870890" y="2193828"/>
                  <a:pt x="6871679" y="2202858"/>
                </a:cubicBezTo>
                <a:cubicBezTo>
                  <a:pt x="6884787" y="2232772"/>
                  <a:pt x="6852680" y="2283357"/>
                  <a:pt x="6870321" y="2320214"/>
                </a:cubicBezTo>
                <a:cubicBezTo>
                  <a:pt x="6868006" y="2355906"/>
                  <a:pt x="6861023" y="2394678"/>
                  <a:pt x="6857787" y="2417011"/>
                </a:cubicBezTo>
                <a:cubicBezTo>
                  <a:pt x="6846931" y="2426377"/>
                  <a:pt x="6863720" y="2456509"/>
                  <a:pt x="6850905" y="2454207"/>
                </a:cubicBezTo>
                <a:cubicBezTo>
                  <a:pt x="6856659" y="2464947"/>
                  <a:pt x="6853850" y="2476105"/>
                  <a:pt x="6848900" y="2487203"/>
                </a:cubicBezTo>
                <a:lnTo>
                  <a:pt x="6837487" y="2512282"/>
                </a:lnTo>
                <a:cubicBezTo>
                  <a:pt x="6837823" y="2512961"/>
                  <a:pt x="6838158" y="2513640"/>
                  <a:pt x="6838494" y="2514318"/>
                </a:cubicBezTo>
                <a:cubicBezTo>
                  <a:pt x="6846991" y="2534324"/>
                  <a:pt x="6855486" y="2554328"/>
                  <a:pt x="6863982" y="2574334"/>
                </a:cubicBezTo>
                <a:lnTo>
                  <a:pt x="6862893" y="2579877"/>
                </a:lnTo>
                <a:cubicBezTo>
                  <a:pt x="6862738" y="2585644"/>
                  <a:pt x="6863120" y="2603388"/>
                  <a:pt x="6863047" y="2608928"/>
                </a:cubicBezTo>
                <a:lnTo>
                  <a:pt x="6862462" y="2613111"/>
                </a:lnTo>
                <a:lnTo>
                  <a:pt x="6854084" y="2621996"/>
                </a:lnTo>
                <a:lnTo>
                  <a:pt x="6856559" y="2634265"/>
                </a:lnTo>
                <a:lnTo>
                  <a:pt x="6847985" y="2647237"/>
                </a:lnTo>
                <a:cubicBezTo>
                  <a:pt x="6850226" y="2648158"/>
                  <a:pt x="6852294" y="2649356"/>
                  <a:pt x="6854115" y="2650786"/>
                </a:cubicBezTo>
                <a:lnTo>
                  <a:pt x="6859942" y="2661993"/>
                </a:lnTo>
                <a:lnTo>
                  <a:pt x="6851884" y="2670949"/>
                </a:lnTo>
                <a:cubicBezTo>
                  <a:pt x="6864376" y="2672007"/>
                  <a:pt x="6849871" y="2681695"/>
                  <a:pt x="6846115" y="2690255"/>
                </a:cubicBezTo>
                <a:lnTo>
                  <a:pt x="6846964" y="2695683"/>
                </a:lnTo>
                <a:lnTo>
                  <a:pt x="6836011" y="2713964"/>
                </a:lnTo>
                <a:lnTo>
                  <a:pt x="6830478" y="2730175"/>
                </a:lnTo>
                <a:lnTo>
                  <a:pt x="6841091" y="2763497"/>
                </a:lnTo>
                <a:lnTo>
                  <a:pt x="6803520" y="3051539"/>
                </a:lnTo>
                <a:cubicBezTo>
                  <a:pt x="6790420" y="3165645"/>
                  <a:pt x="6749912" y="3216611"/>
                  <a:pt x="6733280" y="3335396"/>
                </a:cubicBezTo>
                <a:lnTo>
                  <a:pt x="6735884" y="3456509"/>
                </a:lnTo>
                <a:lnTo>
                  <a:pt x="6715764" y="3531827"/>
                </a:lnTo>
                <a:lnTo>
                  <a:pt x="6730329" y="3570877"/>
                </a:lnTo>
                <a:lnTo>
                  <a:pt x="6727426" y="3583849"/>
                </a:lnTo>
                <a:lnTo>
                  <a:pt x="6718706" y="3592763"/>
                </a:lnTo>
                <a:cubicBezTo>
                  <a:pt x="6707946" y="3613948"/>
                  <a:pt x="6713985" y="3641245"/>
                  <a:pt x="6693350" y="3653485"/>
                </a:cubicBezTo>
                <a:cubicBezTo>
                  <a:pt x="6688922" y="3659316"/>
                  <a:pt x="6686748" y="3664985"/>
                  <a:pt x="6685983" y="3670528"/>
                </a:cubicBezTo>
                <a:lnTo>
                  <a:pt x="6687033" y="3685990"/>
                </a:lnTo>
                <a:lnTo>
                  <a:pt x="6693711" y="3690283"/>
                </a:lnTo>
                <a:lnTo>
                  <a:pt x="6690843" y="3699787"/>
                </a:lnTo>
                <a:cubicBezTo>
                  <a:pt x="6691104" y="3700686"/>
                  <a:pt x="6691364" y="3701586"/>
                  <a:pt x="6691624" y="3702486"/>
                </a:cubicBezTo>
                <a:cubicBezTo>
                  <a:pt x="6693145" y="3707637"/>
                  <a:pt x="6694400" y="3712728"/>
                  <a:pt x="6694549" y="3717784"/>
                </a:cubicBezTo>
                <a:cubicBezTo>
                  <a:pt x="6659304" y="3711701"/>
                  <a:pt x="6689997" y="3759789"/>
                  <a:pt x="6662489" y="3746229"/>
                </a:cubicBezTo>
                <a:cubicBezTo>
                  <a:pt x="6642637" y="3780750"/>
                  <a:pt x="6605132" y="3867558"/>
                  <a:pt x="6575429" y="3924910"/>
                </a:cubicBezTo>
                <a:lnTo>
                  <a:pt x="6538994" y="3989353"/>
                </a:lnTo>
                <a:lnTo>
                  <a:pt x="6535698" y="4033899"/>
                </a:lnTo>
                <a:cubicBezTo>
                  <a:pt x="6533175" y="4070470"/>
                  <a:pt x="6530536" y="4110146"/>
                  <a:pt x="6527053" y="4142250"/>
                </a:cubicBezTo>
                <a:cubicBezTo>
                  <a:pt x="6519001" y="4200007"/>
                  <a:pt x="6506061" y="4278998"/>
                  <a:pt x="6501843" y="4329442"/>
                </a:cubicBezTo>
                <a:cubicBezTo>
                  <a:pt x="6495642" y="4381764"/>
                  <a:pt x="6492993" y="4433012"/>
                  <a:pt x="6489841" y="4456184"/>
                </a:cubicBezTo>
                <a:lnTo>
                  <a:pt x="6482918" y="4468478"/>
                </a:lnTo>
                <a:lnTo>
                  <a:pt x="6484019" y="4469862"/>
                </a:lnTo>
                <a:cubicBezTo>
                  <a:pt x="6485835" y="4476321"/>
                  <a:pt x="6484493" y="4480555"/>
                  <a:pt x="6481759" y="4483797"/>
                </a:cubicBezTo>
                <a:lnTo>
                  <a:pt x="6477370" y="4487091"/>
                </a:lnTo>
                <a:lnTo>
                  <a:pt x="6474598" y="4496728"/>
                </a:lnTo>
                <a:lnTo>
                  <a:pt x="6465848" y="4515918"/>
                </a:lnTo>
                <a:cubicBezTo>
                  <a:pt x="6466332" y="4517049"/>
                  <a:pt x="6466814" y="4518182"/>
                  <a:pt x="6467296" y="4519316"/>
                </a:cubicBezTo>
                <a:lnTo>
                  <a:pt x="6458903" y="4547957"/>
                </a:lnTo>
                <a:lnTo>
                  <a:pt x="6460248" y="4548262"/>
                </a:lnTo>
                <a:cubicBezTo>
                  <a:pt x="6463078" y="4549595"/>
                  <a:pt x="6464808" y="4551811"/>
                  <a:pt x="6464276" y="4555939"/>
                </a:cubicBezTo>
                <a:cubicBezTo>
                  <a:pt x="6486531" y="4548276"/>
                  <a:pt x="6472165" y="4557977"/>
                  <a:pt x="6468635" y="4570815"/>
                </a:cubicBezTo>
                <a:cubicBezTo>
                  <a:pt x="6472622" y="4583801"/>
                  <a:pt x="6485098" y="4622347"/>
                  <a:pt x="6488206" y="4633846"/>
                </a:cubicBezTo>
                <a:lnTo>
                  <a:pt x="6487272" y="4639816"/>
                </a:lnTo>
                <a:lnTo>
                  <a:pt x="6487581" y="4639923"/>
                </a:lnTo>
                <a:cubicBezTo>
                  <a:pt x="6488082" y="4641190"/>
                  <a:pt x="6488037" y="4643141"/>
                  <a:pt x="6487249" y="4646192"/>
                </a:cubicBezTo>
                <a:lnTo>
                  <a:pt x="6485570" y="4650706"/>
                </a:lnTo>
                <a:lnTo>
                  <a:pt x="6483759" y="4662290"/>
                </a:lnTo>
                <a:cubicBezTo>
                  <a:pt x="6484278" y="4663587"/>
                  <a:pt x="6484797" y="4664883"/>
                  <a:pt x="6485315" y="4666180"/>
                </a:cubicBezTo>
                <a:lnTo>
                  <a:pt x="6489077" y="4667585"/>
                </a:lnTo>
                <a:lnTo>
                  <a:pt x="6488467" y="4668660"/>
                </a:lnTo>
                <a:cubicBezTo>
                  <a:pt x="6480300" y="4676831"/>
                  <a:pt x="6469898" y="4679345"/>
                  <a:pt x="6496179" y="4689807"/>
                </a:cubicBezTo>
                <a:cubicBezTo>
                  <a:pt x="6482141" y="4708535"/>
                  <a:pt x="6498545" y="4712235"/>
                  <a:pt x="6500957" y="4737890"/>
                </a:cubicBezTo>
                <a:cubicBezTo>
                  <a:pt x="6488706" y="4748600"/>
                  <a:pt x="6491350" y="4757223"/>
                  <a:pt x="6498641" y="4765657"/>
                </a:cubicBezTo>
                <a:cubicBezTo>
                  <a:pt x="6490164" y="4790618"/>
                  <a:pt x="6498852" y="4813399"/>
                  <a:pt x="6497829" y="4841463"/>
                </a:cubicBezTo>
                <a:lnTo>
                  <a:pt x="6521578" y="4969863"/>
                </a:lnTo>
                <a:lnTo>
                  <a:pt x="6518695" y="4974028"/>
                </a:lnTo>
                <a:cubicBezTo>
                  <a:pt x="6517064" y="4976933"/>
                  <a:pt x="6516439" y="4978909"/>
                  <a:pt x="6516513" y="4980318"/>
                </a:cubicBezTo>
                <a:lnTo>
                  <a:pt x="6516763" y="4980501"/>
                </a:lnTo>
                <a:lnTo>
                  <a:pt x="6514121" y="4986338"/>
                </a:lnTo>
                <a:lnTo>
                  <a:pt x="6511173" y="4991296"/>
                </a:lnTo>
                <a:cubicBezTo>
                  <a:pt x="6522961" y="5019829"/>
                  <a:pt x="6534748" y="5048361"/>
                  <a:pt x="6546537" y="5076895"/>
                </a:cubicBezTo>
                <a:lnTo>
                  <a:pt x="6544581" y="5081568"/>
                </a:lnTo>
                <a:cubicBezTo>
                  <a:pt x="6543589" y="5084748"/>
                  <a:pt x="6543387" y="5086810"/>
                  <a:pt x="6543750" y="5088173"/>
                </a:cubicBezTo>
                <a:lnTo>
                  <a:pt x="6544034" y="5088300"/>
                </a:lnTo>
                <a:lnTo>
                  <a:pt x="6542660" y="5094558"/>
                </a:lnTo>
                <a:cubicBezTo>
                  <a:pt x="6539647" y="5105196"/>
                  <a:pt x="6536055" y="5115626"/>
                  <a:pt x="6532096" y="5125620"/>
                </a:cubicBezTo>
                <a:cubicBezTo>
                  <a:pt x="6530494" y="5154527"/>
                  <a:pt x="6532737" y="5244020"/>
                  <a:pt x="6533049" y="5268004"/>
                </a:cubicBezTo>
                <a:cubicBezTo>
                  <a:pt x="6533356" y="5268513"/>
                  <a:pt x="6533664" y="5269021"/>
                  <a:pt x="6533970" y="5269530"/>
                </a:cubicBezTo>
                <a:lnTo>
                  <a:pt x="6502603" y="5390941"/>
                </a:lnTo>
                <a:cubicBezTo>
                  <a:pt x="6487576" y="5438194"/>
                  <a:pt x="6471524" y="5465286"/>
                  <a:pt x="6477660" y="5539927"/>
                </a:cubicBezTo>
                <a:cubicBezTo>
                  <a:pt x="6469926" y="5610775"/>
                  <a:pt x="6461800" y="5740573"/>
                  <a:pt x="6456458" y="5791594"/>
                </a:cubicBezTo>
                <a:cubicBezTo>
                  <a:pt x="6427890" y="5787060"/>
                  <a:pt x="6468179" y="5849672"/>
                  <a:pt x="6434556" y="5855206"/>
                </a:cubicBezTo>
                <a:cubicBezTo>
                  <a:pt x="6436026" y="5860240"/>
                  <a:pt x="6415712" y="5868910"/>
                  <a:pt x="6418454" y="5873582"/>
                </a:cubicBezTo>
                <a:cubicBezTo>
                  <a:pt x="6418927" y="5874401"/>
                  <a:pt x="6419401" y="5875218"/>
                  <a:pt x="6419875" y="5876037"/>
                </a:cubicBezTo>
                <a:lnTo>
                  <a:pt x="6419775" y="5886534"/>
                </a:lnTo>
                <a:lnTo>
                  <a:pt x="6426971" y="5888644"/>
                </a:lnTo>
                <a:cubicBezTo>
                  <a:pt x="6428647" y="5893707"/>
                  <a:pt x="6430322" y="5898769"/>
                  <a:pt x="6431999" y="5903832"/>
                </a:cubicBezTo>
                <a:cubicBezTo>
                  <a:pt x="6432764" y="5909651"/>
                  <a:pt x="6432285" y="5916068"/>
                  <a:pt x="6429798" y="5923391"/>
                </a:cubicBezTo>
                <a:cubicBezTo>
                  <a:pt x="6409104" y="5948880"/>
                  <a:pt x="6461339" y="5981626"/>
                  <a:pt x="6434072" y="6013205"/>
                </a:cubicBezTo>
                <a:cubicBezTo>
                  <a:pt x="6426624" y="6024901"/>
                  <a:pt x="6431095" y="6066777"/>
                  <a:pt x="6439333" y="6074018"/>
                </a:cubicBezTo>
                <a:cubicBezTo>
                  <a:pt x="6439795" y="6081731"/>
                  <a:pt x="6453428" y="6126985"/>
                  <a:pt x="6463083" y="6130837"/>
                </a:cubicBezTo>
                <a:cubicBezTo>
                  <a:pt x="6474368" y="6137057"/>
                  <a:pt x="6441750" y="6156330"/>
                  <a:pt x="6457360" y="6152982"/>
                </a:cubicBezTo>
                <a:cubicBezTo>
                  <a:pt x="6454563" y="6186619"/>
                  <a:pt x="6497804" y="6191636"/>
                  <a:pt x="6495529" y="6221100"/>
                </a:cubicBezTo>
                <a:cubicBezTo>
                  <a:pt x="6497396" y="6222126"/>
                  <a:pt x="6506682" y="6257468"/>
                  <a:pt x="6514948" y="6287550"/>
                </a:cubicBezTo>
                <a:cubicBezTo>
                  <a:pt x="6523215" y="6317632"/>
                  <a:pt x="6556102" y="6391312"/>
                  <a:pt x="6545124" y="6401595"/>
                </a:cubicBezTo>
                <a:cubicBezTo>
                  <a:pt x="6546214" y="6423902"/>
                  <a:pt x="6525024" y="6432919"/>
                  <a:pt x="6525833" y="6487110"/>
                </a:cubicBezTo>
                <a:cubicBezTo>
                  <a:pt x="6547115" y="6574474"/>
                  <a:pt x="6547900" y="6553611"/>
                  <a:pt x="6554825" y="6588589"/>
                </a:cubicBezTo>
                <a:cubicBezTo>
                  <a:pt x="6583783" y="6637976"/>
                  <a:pt x="6536155" y="6687723"/>
                  <a:pt x="6601569" y="6769963"/>
                </a:cubicBezTo>
                <a:cubicBezTo>
                  <a:pt x="6623036" y="6819284"/>
                  <a:pt x="6607516" y="6817955"/>
                  <a:pt x="6620945" y="6835814"/>
                </a:cubicBezTo>
                <a:lnTo>
                  <a:pt x="6625906" y="6858000"/>
                </a:lnTo>
                <a:lnTo>
                  <a:pt x="723901" y="6858000"/>
                </a:lnTo>
                <a:lnTo>
                  <a:pt x="50196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CDE97E-1832-27D6-5FEF-BA3469C8899C}"/>
              </a:ext>
            </a:extLst>
          </p:cNvPr>
          <p:cNvSpPr>
            <a:spLocks noGrp="1"/>
          </p:cNvSpPr>
          <p:nvPr>
            <p:ph type="title"/>
          </p:nvPr>
        </p:nvSpPr>
        <p:spPr>
          <a:xfrm>
            <a:off x="1050879" y="609600"/>
            <a:ext cx="5562706" cy="1426234"/>
          </a:xfrm>
        </p:spPr>
        <p:txBody>
          <a:bodyPr vert="horz" lIns="91440" tIns="45720" rIns="91440" bIns="45720" rtlCol="0" anchor="ctr">
            <a:normAutofit/>
          </a:bodyPr>
          <a:lstStyle/>
          <a:p>
            <a:r>
              <a:rPr lang="en-US" sz="2800" dirty="0"/>
              <a:t>IT solutions</a:t>
            </a:r>
            <a:br>
              <a:rPr lang="en-US" sz="2800" dirty="0"/>
            </a:br>
            <a:r>
              <a:rPr lang="en-US" sz="2800" dirty="0"/>
              <a:t>Screen</a:t>
            </a:r>
          </a:p>
        </p:txBody>
      </p:sp>
      <p:sp>
        <p:nvSpPr>
          <p:cNvPr id="4" name="Text Placeholder 3">
            <a:extLst>
              <a:ext uri="{FF2B5EF4-FFF2-40B4-BE49-F238E27FC236}">
                <a16:creationId xmlns:a16="http://schemas.microsoft.com/office/drawing/2014/main" id="{E72497D3-FF10-65AA-3FA4-2389EA6BF490}"/>
              </a:ext>
            </a:extLst>
          </p:cNvPr>
          <p:cNvSpPr>
            <a:spLocks noGrp="1"/>
          </p:cNvSpPr>
          <p:nvPr>
            <p:ph type="body" sz="half" idx="2"/>
          </p:nvPr>
        </p:nvSpPr>
        <p:spPr>
          <a:xfrm>
            <a:off x="1050879" y="2357567"/>
            <a:ext cx="4732711" cy="3896810"/>
          </a:xfrm>
        </p:spPr>
        <p:txBody>
          <a:bodyPr vert="horz" lIns="91440" tIns="45720" rIns="91440" bIns="45720" rtlCol="0">
            <a:normAutofit/>
          </a:bodyPr>
          <a:lstStyle/>
          <a:p>
            <a:pPr algn="just"/>
            <a:r>
              <a:rPr lang="en-US" dirty="0"/>
              <a:t>This screen was designed to provide information on what kind of services are available in the company. Now users can access the full information about specific service by clicking the “Read More” button respective to the heading. </a:t>
            </a:r>
            <a:endParaRPr lang="en-IN" dirty="0"/>
          </a:p>
        </p:txBody>
      </p:sp>
      <p:pic>
        <p:nvPicPr>
          <p:cNvPr id="3" name="Picture 2">
            <a:extLst>
              <a:ext uri="{FF2B5EF4-FFF2-40B4-BE49-F238E27FC236}">
                <a16:creationId xmlns:a16="http://schemas.microsoft.com/office/drawing/2014/main" id="{737854C4-76CB-B033-D507-45352774161D}"/>
              </a:ext>
            </a:extLst>
          </p:cNvPr>
          <p:cNvPicPr>
            <a:picLocks noChangeAspect="1"/>
          </p:cNvPicPr>
          <p:nvPr/>
        </p:nvPicPr>
        <p:blipFill>
          <a:blip r:embed="rId5"/>
          <a:stretch>
            <a:fillRect/>
          </a:stretch>
        </p:blipFill>
        <p:spPr>
          <a:xfrm>
            <a:off x="6337965" y="1109478"/>
            <a:ext cx="2578104" cy="4696295"/>
          </a:xfrm>
          <a:prstGeom prst="rect">
            <a:avLst/>
          </a:prstGeom>
        </p:spPr>
      </p:pic>
      <p:pic>
        <p:nvPicPr>
          <p:cNvPr id="8" name="Picture Placeholder 7">
            <a:extLst>
              <a:ext uri="{FF2B5EF4-FFF2-40B4-BE49-F238E27FC236}">
                <a16:creationId xmlns:a16="http://schemas.microsoft.com/office/drawing/2014/main" id="{6B7DAB31-F9C9-ED58-9392-F58BADFFA689}"/>
              </a:ext>
            </a:extLst>
          </p:cNvPr>
          <p:cNvPicPr>
            <a:picLocks noGrp="1" noChangeAspect="1"/>
          </p:cNvPicPr>
          <p:nvPr>
            <p:ph type="pic" idx="1"/>
          </p:nvPr>
        </p:nvPicPr>
        <p:blipFill>
          <a:blip r:embed="rId6"/>
          <a:stretch>
            <a:fillRect/>
          </a:stretch>
        </p:blipFill>
        <p:spPr>
          <a:xfrm>
            <a:off x="9218437" y="1109478"/>
            <a:ext cx="2650191" cy="4696294"/>
          </a:xfrm>
          <a:prstGeom prst="rect">
            <a:avLst/>
          </a:prstGeom>
        </p:spPr>
      </p:pic>
    </p:spTree>
    <p:extLst>
      <p:ext uri="{BB962C8B-B14F-4D97-AF65-F5344CB8AC3E}">
        <p14:creationId xmlns:p14="http://schemas.microsoft.com/office/powerpoint/2010/main" val="3458169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90E948-F14A-5AC6-CC55-5F5D9A139F4F}"/>
              </a:ext>
            </a:extLst>
          </p:cNvPr>
          <p:cNvSpPr txBox="1"/>
          <p:nvPr/>
        </p:nvSpPr>
        <p:spPr>
          <a:xfrm>
            <a:off x="2821857" y="576131"/>
            <a:ext cx="7048551" cy="369332"/>
          </a:xfrm>
          <a:prstGeom prst="rect">
            <a:avLst/>
          </a:prstGeom>
          <a:noFill/>
        </p:spPr>
        <p:txBody>
          <a:bodyPr wrap="square" rtlCol="0">
            <a:spAutoFit/>
          </a:bodyPr>
          <a:lstStyle/>
          <a:p>
            <a:r>
              <a:rPr lang="en-US" dirty="0"/>
              <a:t>Glance at the screens by clicking the Read More button</a:t>
            </a:r>
            <a:endParaRPr lang="en-IN" dirty="0"/>
          </a:p>
        </p:txBody>
      </p:sp>
      <p:pic>
        <p:nvPicPr>
          <p:cNvPr id="3" name="Picture 2" descr="A screenshot of a phone&#10;&#10;Description automatically generated">
            <a:extLst>
              <a:ext uri="{FF2B5EF4-FFF2-40B4-BE49-F238E27FC236}">
                <a16:creationId xmlns:a16="http://schemas.microsoft.com/office/drawing/2014/main" id="{4694A1F6-0D9D-A1F0-E640-9F5C577114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8085" y="1147936"/>
            <a:ext cx="2613025" cy="4594860"/>
          </a:xfrm>
          <a:prstGeom prst="rect">
            <a:avLst/>
          </a:prstGeom>
          <a:noFill/>
          <a:ln>
            <a:noFill/>
          </a:ln>
        </p:spPr>
      </p:pic>
      <p:pic>
        <p:nvPicPr>
          <p:cNvPr id="4" name="Picture 3">
            <a:extLst>
              <a:ext uri="{FF2B5EF4-FFF2-40B4-BE49-F238E27FC236}">
                <a16:creationId xmlns:a16="http://schemas.microsoft.com/office/drawing/2014/main" id="{34B60F56-2E6C-A86D-0A78-9200B390C8CB}"/>
              </a:ext>
            </a:extLst>
          </p:cNvPr>
          <p:cNvPicPr>
            <a:picLocks noChangeAspect="1"/>
          </p:cNvPicPr>
          <p:nvPr/>
        </p:nvPicPr>
        <p:blipFill>
          <a:blip r:embed="rId3"/>
          <a:stretch>
            <a:fillRect/>
          </a:stretch>
        </p:blipFill>
        <p:spPr>
          <a:xfrm>
            <a:off x="4800487" y="1147936"/>
            <a:ext cx="2591025" cy="4578493"/>
          </a:xfrm>
          <a:prstGeom prst="rect">
            <a:avLst/>
          </a:prstGeom>
        </p:spPr>
      </p:pic>
      <p:pic>
        <p:nvPicPr>
          <p:cNvPr id="5" name="Picture 4">
            <a:extLst>
              <a:ext uri="{FF2B5EF4-FFF2-40B4-BE49-F238E27FC236}">
                <a16:creationId xmlns:a16="http://schemas.microsoft.com/office/drawing/2014/main" id="{C394DC95-EF87-3146-7884-81D22112B2BE}"/>
              </a:ext>
            </a:extLst>
          </p:cNvPr>
          <p:cNvPicPr>
            <a:picLocks noChangeAspect="1"/>
          </p:cNvPicPr>
          <p:nvPr/>
        </p:nvPicPr>
        <p:blipFill>
          <a:blip r:embed="rId4"/>
          <a:stretch>
            <a:fillRect/>
          </a:stretch>
        </p:blipFill>
        <p:spPr>
          <a:xfrm>
            <a:off x="7882408" y="1106653"/>
            <a:ext cx="2621507" cy="4694327"/>
          </a:xfrm>
          <a:prstGeom prst="rect">
            <a:avLst/>
          </a:prstGeom>
        </p:spPr>
      </p:pic>
    </p:spTree>
    <p:extLst>
      <p:ext uri="{BB962C8B-B14F-4D97-AF65-F5344CB8AC3E}">
        <p14:creationId xmlns:p14="http://schemas.microsoft.com/office/powerpoint/2010/main" val="2703829217"/>
      </p:ext>
    </p:extLst>
  </p:cSld>
  <p:clrMapOvr>
    <a:masterClrMapping/>
  </p:clrMapOvr>
</p:sld>
</file>

<file path=ppt/theme/theme1.xml><?xml version="1.0" encoding="utf-8"?>
<a:theme xmlns:a="http://schemas.openxmlformats.org/drawingml/2006/main" name="Archive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80"/>
      </a:accent3>
      <a:accent4>
        <a:srgbClr val="76AD78"/>
      </a:accent4>
      <a:accent5>
        <a:srgbClr val="81AB94"/>
      </a:accent5>
      <a:accent6>
        <a:srgbClr val="74AAA2"/>
      </a:accent6>
      <a:hlink>
        <a:srgbClr val="6978AE"/>
      </a:hlink>
      <a:folHlink>
        <a:srgbClr val="7F7F7F"/>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docProps/app.xml><?xml version="1.0" encoding="utf-8"?>
<Properties xmlns="http://schemas.openxmlformats.org/officeDocument/2006/extended-properties" xmlns:vt="http://schemas.openxmlformats.org/officeDocument/2006/docPropsVTypes">
  <TotalTime>58</TotalTime>
  <Words>640</Words>
  <Application>Microsoft Office PowerPoint</Application>
  <PresentationFormat>Widescreen</PresentationFormat>
  <Paragraphs>37</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Bembo</vt:lpstr>
      <vt:lpstr>ArchiveVTI</vt:lpstr>
      <vt:lpstr>World Wireless Solutions (Mobile Version)</vt:lpstr>
      <vt:lpstr>PowerPoint Presentation</vt:lpstr>
      <vt:lpstr>Introduction</vt:lpstr>
      <vt:lpstr>Progress  1.Quick Glance Screen 2.Modern Look to the existing screens 3.Our Process Screen 4.Meet the Team 5.Read More Screens  </vt:lpstr>
      <vt:lpstr>Quick Glance Screen</vt:lpstr>
      <vt:lpstr>Login Screen</vt:lpstr>
      <vt:lpstr>Sign-up Screen</vt:lpstr>
      <vt:lpstr>Home Page Screen</vt:lpstr>
      <vt:lpstr>Home Button Screen</vt:lpstr>
      <vt:lpstr>Our Process Screen</vt:lpstr>
      <vt:lpstr>Our Company  Screen</vt:lpstr>
      <vt:lpstr>Meet the Team</vt:lpstr>
      <vt:lpstr>Team Members Screen</vt:lpstr>
      <vt:lpstr>Contact Us Screen</vt:lpstr>
      <vt:lpstr>IT solutions Screen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Keshav Sharma</dc:creator>
  <cp:lastModifiedBy>Keshav Sharma</cp:lastModifiedBy>
  <cp:revision>1</cp:revision>
  <dcterms:created xsi:type="dcterms:W3CDTF">2024-11-10T03:27:38Z</dcterms:created>
  <dcterms:modified xsi:type="dcterms:W3CDTF">2024-11-10T04:26:16Z</dcterms:modified>
</cp:coreProperties>
</file>